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autoCompressPictures="0">
  <p:sldMasterIdLst>
    <p:sldMasterId id="2147483648" r:id="rId1"/>
  </p:sldMasterIdLst>
  <p:notesMasterIdLst>
    <p:notesMasterId r:id="rId17"/>
  </p:notesMasterIdLst>
  <p:sldIdLst>
    <p:sldId id="256" r:id="rId2"/>
    <p:sldId id="257" r:id="rId3"/>
    <p:sldId id="258" r:id="rId4"/>
    <p:sldId id="260" r:id="rId5"/>
    <p:sldId id="270" r:id="rId6"/>
    <p:sldId id="261" r:id="rId7"/>
    <p:sldId id="262" r:id="rId8"/>
    <p:sldId id="271" r:id="rId9"/>
    <p:sldId id="263" r:id="rId10"/>
    <p:sldId id="264" r:id="rId11"/>
    <p:sldId id="268" r:id="rId12"/>
    <p:sldId id="265" r:id="rId13"/>
    <p:sldId id="266" r:id="rId14"/>
    <p:sldId id="267" r:id="rId15"/>
    <p:sldId id="259" r:id="rId16"/>
  </p:sldIdLst>
  <p:sldSz cx="12192000" cy="6858000"/>
  <p:notesSz cx="6858000" cy="9144000"/>
  <p:embeddedFontLst>
    <p:embeddedFont>
      <p:font typeface="Candara" panose="020E0502030303020204" pitchFamily="34" charset="0"/>
      <p:regular r:id="rId18"/>
      <p:bold r:id="rId19"/>
      <p:italic r:id="rId20"/>
      <p:boldItalic r:id="rId21"/>
    </p:embeddedFont>
    <p:embeddedFont>
      <p:font typeface="Wingdings 3" pitchFamily="2" charset="2"/>
      <p:regular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30"/>
    <p:restoredTop sz="94637"/>
  </p:normalViewPr>
  <p:slideViewPr>
    <p:cSldViewPr snapToGrid="0">
      <p:cViewPr varScale="1">
        <p:scale>
          <a:sx n="96" d="100"/>
          <a:sy n="96" d="100"/>
        </p:scale>
        <p:origin x="168"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B8092D-7F75-F344-9196-B63EC0A6AD85}" type="datetimeFigureOut">
              <a:rPr lang="en-CA" smtClean="0"/>
              <a:t>2025-07-21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49EF16-783C-1D41-9480-F474792927A2}" type="slidenum">
              <a:rPr lang="en-CA" smtClean="0"/>
              <a:t>‹#›</a:t>
            </a:fld>
            <a:endParaRPr lang="en-CA"/>
          </a:p>
        </p:txBody>
      </p:sp>
    </p:spTree>
    <p:extLst>
      <p:ext uri="{BB962C8B-B14F-4D97-AF65-F5344CB8AC3E}">
        <p14:creationId xmlns:p14="http://schemas.microsoft.com/office/powerpoint/2010/main" val="1764003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1C1774-F7F7-494F-993A-105AEFD08DCC}" type="datetime1">
              <a:rPr lang="en-US" smtClean="0"/>
              <a:t>7/21/25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DFEEA5-DDD8-4345-A8BE-9352A991F65A}" type="datetime1">
              <a:rPr lang="en-US" smtClean="0"/>
              <a:t>7/21/25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C8E628-A11A-DA45-9CC1-32A6495D58FB}" type="datetime1">
              <a:rPr lang="en-US" smtClean="0"/>
              <a:t>7/21/25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B297C3-F293-8A49-B75F-827EFF988220}" type="datetime1">
              <a:rPr lang="en-US" smtClean="0"/>
              <a:t>7/21/25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5A3824-9231-0B45-86E6-DFAC4372F375}" type="datetime1">
              <a:rPr lang="en-US" smtClean="0"/>
              <a:t>7/21/25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894147-B230-CC40-AB7B-33F9DE2CD951}" type="datetime1">
              <a:rPr lang="en-US" smtClean="0"/>
              <a:t>7/21/25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E3A88D-6E59-B141-8118-055B266FFB5B}" type="datetime1">
              <a:rPr lang="en-US" smtClean="0"/>
              <a:t>7/21/25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9B1764-FE95-014A-8F9D-8197623892C7}" type="datetime1">
              <a:rPr lang="en-US" smtClean="0"/>
              <a:t>7/21/25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4D6AD7-6881-374D-AEBE-10B6D892F375}" type="datetime1">
              <a:rPr lang="en-US" smtClean="0"/>
              <a:t>7/21/25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D25C88-D03B-4E4A-A593-2830BF36A0AD}" type="datetime1">
              <a:rPr lang="en-US" smtClean="0"/>
              <a:t>7/21/25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3AAEBB-A3D0-CA4E-B888-DA8CB6323983}" type="datetime1">
              <a:rPr lang="en-US" smtClean="0"/>
              <a:t>7/21/25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71E7589-32EB-DA40-B48A-58CC81064CAE}" type="datetime1">
              <a:rPr lang="en-US" smtClean="0"/>
              <a:t>7/21/25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D597125-3BA2-124D-AE7E-ED1AC962DD56}" type="datetime1">
              <a:rPr lang="en-US" smtClean="0"/>
              <a:t>7/21/25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22EEDFD-2BE7-6F41-B07F-0E98264CACAF}" type="datetime1">
              <a:rPr lang="en-US" smtClean="0"/>
              <a:t>7/21/25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BCCC7-F605-904D-BDBE-C5404CC82A02}" type="datetime1">
              <a:rPr lang="en-US" smtClean="0"/>
              <a:t>7/21/25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431B48-2619-4945-B1BD-A96235845754}" type="datetime1">
              <a:rPr lang="en-US" smtClean="0"/>
              <a:t>7/21/25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dirty="0"/>
              <a:t>Click to edit Master text styles</a:t>
            </a:r>
            <a:r>
              <a:rPr lang="zh-TW" altLang="en-US" dirty="0"/>
              <a:t> 中文</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8F47642-1967-D94C-A4D1-DCD18F6F65D6}" type="datetime1">
              <a:rPr lang="en-US" smtClean="0"/>
              <a:t>7/21/25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FDA4D-8222-2592-9297-3146DA53F141}"/>
              </a:ext>
            </a:extLst>
          </p:cNvPr>
          <p:cNvSpPr>
            <a:spLocks noGrp="1"/>
          </p:cNvSpPr>
          <p:nvPr>
            <p:ph type="ctrTitle"/>
          </p:nvPr>
        </p:nvSpPr>
        <p:spPr/>
        <p:txBody>
          <a:bodyPr>
            <a:normAutofit fontScale="90000"/>
          </a:bodyPr>
          <a:lstStyle/>
          <a:p>
            <a:r>
              <a:rPr lang="en-CA" dirty="0"/>
              <a:t>Contemporary impact: </a:t>
            </a:r>
            <a:br>
              <a:rPr lang="en-CA" dirty="0"/>
            </a:br>
            <a:r>
              <a:rPr lang="en-US" altLang="zh-CN" dirty="0"/>
              <a:t>T</a:t>
            </a:r>
            <a:r>
              <a:rPr lang="en-CA" dirty="0"/>
              <a:t>heme parks, video games, murals and more </a:t>
            </a:r>
          </a:p>
        </p:txBody>
      </p:sp>
      <p:sp>
        <p:nvSpPr>
          <p:cNvPr id="3" name="Subtitle 2">
            <a:extLst>
              <a:ext uri="{FF2B5EF4-FFF2-40B4-BE49-F238E27FC236}">
                <a16:creationId xmlns:a16="http://schemas.microsoft.com/office/drawing/2014/main" id="{5C740358-D9B1-A478-413A-A12313F6BFAF}"/>
              </a:ext>
            </a:extLst>
          </p:cNvPr>
          <p:cNvSpPr>
            <a:spLocks noGrp="1"/>
          </p:cNvSpPr>
          <p:nvPr>
            <p:ph type="subTitle" idx="1"/>
          </p:nvPr>
        </p:nvSpPr>
        <p:spPr/>
        <p:txBody>
          <a:bodyPr/>
          <a:lstStyle/>
          <a:p>
            <a:r>
              <a:rPr lang="en-US" altLang="zh-TW" dirty="0"/>
              <a:t>Reinventing</a:t>
            </a:r>
            <a:r>
              <a:rPr lang="zh-TW" altLang="en-US" dirty="0"/>
              <a:t> </a:t>
            </a:r>
            <a:r>
              <a:rPr lang="en-US" altLang="zh-TW" dirty="0"/>
              <a:t>Culture</a:t>
            </a:r>
            <a:r>
              <a:rPr lang="zh-TW" altLang="en-US" dirty="0"/>
              <a:t> </a:t>
            </a:r>
            <a:r>
              <a:rPr lang="en-US" altLang="zh-TW" dirty="0"/>
              <a:t>in</a:t>
            </a:r>
            <a:r>
              <a:rPr lang="zh-TW" altLang="en-US" dirty="0"/>
              <a:t> </a:t>
            </a:r>
            <a:r>
              <a:rPr lang="en-US" altLang="zh-TW" dirty="0"/>
              <a:t>East</a:t>
            </a:r>
            <a:r>
              <a:rPr lang="zh-TW" altLang="en-US" dirty="0"/>
              <a:t> </a:t>
            </a:r>
            <a:r>
              <a:rPr lang="en-US" altLang="zh-TW" dirty="0"/>
              <a:t>Asia</a:t>
            </a:r>
          </a:p>
          <a:p>
            <a:r>
              <a:rPr lang="en-US" altLang="zh-TW" dirty="0"/>
              <a:t>EASIA</a:t>
            </a:r>
            <a:r>
              <a:rPr lang="zh-TW" altLang="en-US" dirty="0"/>
              <a:t> </a:t>
            </a:r>
            <a:r>
              <a:rPr lang="en-US" altLang="zh-TW" dirty="0"/>
              <a:t>237</a:t>
            </a:r>
            <a:endParaRPr lang="en-CA" dirty="0"/>
          </a:p>
        </p:txBody>
      </p:sp>
    </p:spTree>
    <p:extLst>
      <p:ext uri="{BB962C8B-B14F-4D97-AF65-F5344CB8AC3E}">
        <p14:creationId xmlns:p14="http://schemas.microsoft.com/office/powerpoint/2010/main" val="2515797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013EE-F21C-D4B9-9026-E8DA8E7EF2A9}"/>
              </a:ext>
            </a:extLst>
          </p:cNvPr>
          <p:cNvSpPr>
            <a:spLocks noGrp="1"/>
          </p:cNvSpPr>
          <p:nvPr>
            <p:ph type="title"/>
          </p:nvPr>
        </p:nvSpPr>
        <p:spPr/>
        <p:txBody>
          <a:bodyPr/>
          <a:lstStyle/>
          <a:p>
            <a:r>
              <a:rPr lang="en-CA"/>
              <a:t>Today’s lecture</a:t>
            </a:r>
            <a:endParaRPr lang="en-CA" dirty="0"/>
          </a:p>
        </p:txBody>
      </p:sp>
      <p:sp>
        <p:nvSpPr>
          <p:cNvPr id="3" name="Content Placeholder 2">
            <a:extLst>
              <a:ext uri="{FF2B5EF4-FFF2-40B4-BE49-F238E27FC236}">
                <a16:creationId xmlns:a16="http://schemas.microsoft.com/office/drawing/2014/main" id="{0F2CEB5A-56C2-B6A7-174E-C9ECDE2F6A2B}"/>
              </a:ext>
            </a:extLst>
          </p:cNvPr>
          <p:cNvSpPr>
            <a:spLocks noGrp="1"/>
          </p:cNvSpPr>
          <p:nvPr>
            <p:ph idx="1"/>
          </p:nvPr>
        </p:nvSpPr>
        <p:spPr/>
        <p:txBody>
          <a:bodyPr/>
          <a:lstStyle/>
          <a:p>
            <a:r>
              <a:rPr lang="en-US" altLang="zh-CN" dirty="0"/>
              <a:t>Overview</a:t>
            </a:r>
            <a:r>
              <a:rPr lang="zh-CN" altLang="en-US" dirty="0"/>
              <a:t> </a:t>
            </a:r>
            <a:r>
              <a:rPr lang="en-US" altLang="zh-CN" dirty="0"/>
              <a:t>of</a:t>
            </a:r>
            <a:r>
              <a:rPr lang="zh-CN" altLang="en-US" dirty="0"/>
              <a:t> </a:t>
            </a:r>
            <a:r>
              <a:rPr lang="en-US" altLang="zh-TW" dirty="0"/>
              <a:t>additional</a:t>
            </a:r>
            <a:r>
              <a:rPr lang="zh-TW" altLang="en-US" dirty="0"/>
              <a:t> </a:t>
            </a:r>
            <a:r>
              <a:rPr lang="en-US" altLang="zh-CN" dirty="0"/>
              <a:t>resources</a:t>
            </a:r>
            <a:r>
              <a:rPr lang="zh-CN" altLang="en-US" dirty="0"/>
              <a:t> </a:t>
            </a:r>
            <a:r>
              <a:rPr lang="en-US" altLang="zh-CN" dirty="0"/>
              <a:t>for</a:t>
            </a:r>
            <a:r>
              <a:rPr lang="zh-CN" altLang="en-US" dirty="0"/>
              <a:t> </a:t>
            </a:r>
            <a:r>
              <a:rPr lang="en-US" altLang="zh-CN" dirty="0"/>
              <a:t>this</a:t>
            </a:r>
            <a:r>
              <a:rPr lang="zh-CN" altLang="en-US" dirty="0"/>
              <a:t> </a:t>
            </a:r>
            <a:r>
              <a:rPr lang="en-US" altLang="zh-CN" dirty="0"/>
              <a:t>unit</a:t>
            </a:r>
            <a:r>
              <a:rPr lang="zh-TW" altLang="en-US" dirty="0"/>
              <a:t> </a:t>
            </a:r>
            <a:r>
              <a:rPr lang="en-US" altLang="zh-TW" dirty="0"/>
              <a:t>(2)</a:t>
            </a:r>
            <a:endParaRPr lang="en-US" altLang="zh-CN" dirty="0"/>
          </a:p>
          <a:p>
            <a:r>
              <a:rPr lang="en-US" altLang="zh-CN" dirty="0"/>
              <a:t>Connecting</a:t>
            </a:r>
            <a:r>
              <a:rPr lang="zh-CN" altLang="en-US" dirty="0"/>
              <a:t> </a:t>
            </a:r>
            <a:r>
              <a:rPr lang="en-US" altLang="zh-CN" dirty="0"/>
              <a:t>the</a:t>
            </a:r>
            <a:r>
              <a:rPr lang="zh-CN" altLang="en-US" dirty="0"/>
              <a:t> </a:t>
            </a:r>
            <a:r>
              <a:rPr lang="en-US" altLang="zh-CN" dirty="0"/>
              <a:t>Qingming</a:t>
            </a:r>
            <a:r>
              <a:rPr lang="zh-CN" altLang="en-US" dirty="0"/>
              <a:t> </a:t>
            </a:r>
            <a:r>
              <a:rPr lang="en-US" altLang="zh-CN" dirty="0"/>
              <a:t>scroll</a:t>
            </a:r>
            <a:r>
              <a:rPr lang="zh-CN" altLang="en-US" dirty="0"/>
              <a:t> </a:t>
            </a:r>
            <a:r>
              <a:rPr lang="en-US" altLang="zh-CN" dirty="0"/>
              <a:t>to</a:t>
            </a:r>
            <a:r>
              <a:rPr lang="zh-CN" altLang="en-US" dirty="0"/>
              <a:t> </a:t>
            </a:r>
            <a:r>
              <a:rPr lang="en-US" altLang="zh-CN" dirty="0"/>
              <a:t>its</a:t>
            </a:r>
            <a:r>
              <a:rPr lang="zh-CN" altLang="en-US" dirty="0"/>
              <a:t> </a:t>
            </a:r>
            <a:r>
              <a:rPr lang="en-US" altLang="zh-CN" dirty="0"/>
              <a:t>contemporary</a:t>
            </a:r>
            <a:r>
              <a:rPr lang="zh-CN" altLang="en-US" dirty="0"/>
              <a:t> </a:t>
            </a:r>
            <a:r>
              <a:rPr lang="en-US" altLang="zh-CN" dirty="0"/>
              <a:t>legacy</a:t>
            </a:r>
            <a:r>
              <a:rPr lang="zh-TW" altLang="en-US" dirty="0"/>
              <a:t> </a:t>
            </a:r>
            <a:r>
              <a:rPr lang="en-US" altLang="zh-TW" dirty="0"/>
              <a:t>(3)</a:t>
            </a:r>
            <a:endParaRPr lang="en-US" altLang="zh-CN" dirty="0"/>
          </a:p>
          <a:p>
            <a:r>
              <a:rPr lang="en-US" altLang="zh-CN" dirty="0"/>
              <a:t>‘Heritage’</a:t>
            </a:r>
            <a:r>
              <a:rPr lang="zh-CN" altLang="en-US" dirty="0"/>
              <a:t> </a:t>
            </a:r>
            <a:r>
              <a:rPr lang="en-US" altLang="zh-CN" dirty="0"/>
              <a:t>review,</a:t>
            </a:r>
            <a:r>
              <a:rPr lang="zh-CN" altLang="en-US" dirty="0"/>
              <a:t> </a:t>
            </a:r>
            <a:r>
              <a:rPr lang="en-US" altLang="zh-CN" dirty="0"/>
              <a:t>additional</a:t>
            </a:r>
            <a:r>
              <a:rPr lang="zh-CN" altLang="en-US" dirty="0"/>
              <a:t> </a:t>
            </a:r>
            <a:r>
              <a:rPr lang="en-US" altLang="zh-CN" dirty="0"/>
              <a:t>details</a:t>
            </a:r>
            <a:r>
              <a:rPr lang="zh-CN" altLang="en-US" dirty="0"/>
              <a:t> </a:t>
            </a:r>
            <a:r>
              <a:rPr lang="en-US" altLang="zh-CN" dirty="0"/>
              <a:t>&amp;</a:t>
            </a:r>
            <a:r>
              <a:rPr lang="zh-CN" altLang="en-US" dirty="0"/>
              <a:t> </a:t>
            </a:r>
            <a:r>
              <a:rPr lang="en-US" altLang="zh-CN" dirty="0"/>
              <a:t>perspectives</a:t>
            </a:r>
            <a:r>
              <a:rPr lang="zh-TW" altLang="en-US" dirty="0"/>
              <a:t> </a:t>
            </a:r>
            <a:r>
              <a:rPr lang="en-US" altLang="zh-TW" dirty="0"/>
              <a:t>(4)</a:t>
            </a:r>
            <a:endParaRPr lang="en-US" altLang="zh-CN" dirty="0"/>
          </a:p>
          <a:p>
            <a:r>
              <a:rPr lang="en-US" altLang="zh-CN" dirty="0"/>
              <a:t>Ludwig</a:t>
            </a:r>
            <a:r>
              <a:rPr lang="zh-CN" altLang="en-US" dirty="0"/>
              <a:t> </a:t>
            </a:r>
            <a:r>
              <a:rPr lang="en-US" altLang="zh-CN" dirty="0"/>
              <a:t>&amp;</a:t>
            </a:r>
            <a:r>
              <a:rPr lang="zh-CN" altLang="en-US" dirty="0"/>
              <a:t> </a:t>
            </a:r>
            <a:r>
              <a:rPr lang="en-US" altLang="zh-CN" dirty="0"/>
              <a:t>Wang</a:t>
            </a:r>
            <a:r>
              <a:rPr lang="zh-CN" altLang="en-US" dirty="0"/>
              <a:t> </a:t>
            </a:r>
            <a:r>
              <a:rPr lang="en-US" altLang="zh-CN" dirty="0"/>
              <a:t>on</a:t>
            </a:r>
            <a:r>
              <a:rPr lang="zh-CN" altLang="en-US" dirty="0"/>
              <a:t> </a:t>
            </a:r>
            <a:r>
              <a:rPr lang="en-US" altLang="zh-CN" dirty="0"/>
              <a:t>theme</a:t>
            </a:r>
            <a:r>
              <a:rPr lang="zh-CN" altLang="en-US" dirty="0"/>
              <a:t> </a:t>
            </a:r>
            <a:r>
              <a:rPr lang="en-US" altLang="zh-CN" dirty="0"/>
              <a:t>parks</a:t>
            </a:r>
            <a:r>
              <a:rPr lang="zh-CN" altLang="en-US" dirty="0"/>
              <a:t> </a:t>
            </a:r>
            <a:r>
              <a:rPr lang="en-US" altLang="zh-CN" dirty="0"/>
              <a:t>&amp;</a:t>
            </a:r>
            <a:r>
              <a:rPr lang="zh-CN" altLang="en-US" dirty="0"/>
              <a:t> </a:t>
            </a:r>
            <a:r>
              <a:rPr lang="en-US" altLang="zh-CN" dirty="0"/>
              <a:t>open</a:t>
            </a:r>
            <a:r>
              <a:rPr lang="zh-CN" altLang="en-US" dirty="0"/>
              <a:t> </a:t>
            </a:r>
            <a:r>
              <a:rPr lang="en-US" altLang="zh-CN" dirty="0"/>
              <a:t>air</a:t>
            </a:r>
            <a:r>
              <a:rPr lang="zh-CN" altLang="en-US" dirty="0"/>
              <a:t> </a:t>
            </a:r>
            <a:r>
              <a:rPr lang="en-US" altLang="zh-CN" dirty="0"/>
              <a:t>museums</a:t>
            </a:r>
            <a:r>
              <a:rPr lang="zh-TW" altLang="en-US" dirty="0"/>
              <a:t> </a:t>
            </a:r>
            <a:r>
              <a:rPr lang="en-US" altLang="zh-TW" dirty="0"/>
              <a:t>(5-8)</a:t>
            </a:r>
            <a:endParaRPr lang="en-US" altLang="zh-CN" dirty="0"/>
          </a:p>
          <a:p>
            <a:r>
              <a:rPr lang="en-US" altLang="zh-CN" dirty="0"/>
              <a:t>Comparison</a:t>
            </a:r>
            <a:r>
              <a:rPr lang="zh-CN" altLang="en-US" dirty="0"/>
              <a:t> </a:t>
            </a:r>
            <a:r>
              <a:rPr lang="en-US" altLang="zh-CN" dirty="0"/>
              <a:t>of</a:t>
            </a:r>
            <a:r>
              <a:rPr lang="zh-CN" altLang="en-US" dirty="0"/>
              <a:t> </a:t>
            </a:r>
            <a:r>
              <a:rPr lang="en-US" altLang="zh-CN" dirty="0"/>
              <a:t>examples</a:t>
            </a:r>
            <a:r>
              <a:rPr lang="zh-CN" altLang="en-US" dirty="0"/>
              <a:t> </a:t>
            </a:r>
            <a:r>
              <a:rPr lang="en-US" altLang="zh-CN" dirty="0"/>
              <a:t>&amp;</a:t>
            </a:r>
            <a:r>
              <a:rPr lang="zh-CN" altLang="en-US" dirty="0"/>
              <a:t> </a:t>
            </a:r>
            <a:r>
              <a:rPr lang="en-US" altLang="zh-CN" dirty="0"/>
              <a:t>conclusions</a:t>
            </a:r>
            <a:r>
              <a:rPr lang="zh-TW" altLang="en-US" dirty="0"/>
              <a:t> </a:t>
            </a:r>
            <a:r>
              <a:rPr lang="en-US" altLang="zh-TW" dirty="0"/>
              <a:t>(9)</a:t>
            </a:r>
            <a:endParaRPr lang="en-US" altLang="zh-CN" dirty="0"/>
          </a:p>
          <a:p>
            <a:r>
              <a:rPr lang="en-US" altLang="zh-CN" dirty="0"/>
              <a:t>Assignment</a:t>
            </a:r>
            <a:r>
              <a:rPr lang="zh-CN" altLang="en-US" dirty="0"/>
              <a:t> </a:t>
            </a:r>
            <a:r>
              <a:rPr lang="en-US" altLang="zh-CN" dirty="0"/>
              <a:t>&amp;</a:t>
            </a:r>
            <a:r>
              <a:rPr lang="zh-CN" altLang="en-US" dirty="0"/>
              <a:t> </a:t>
            </a:r>
            <a:r>
              <a:rPr lang="en-US" altLang="zh-CN" dirty="0"/>
              <a:t>Quiz</a:t>
            </a:r>
            <a:r>
              <a:rPr lang="zh-CN" altLang="en-US" dirty="0"/>
              <a:t> </a:t>
            </a:r>
            <a:r>
              <a:rPr lang="en-US" altLang="zh-CN" dirty="0"/>
              <a:t>instructions</a:t>
            </a:r>
            <a:r>
              <a:rPr lang="zh-TW" altLang="en-US" dirty="0"/>
              <a:t> </a:t>
            </a:r>
            <a:r>
              <a:rPr lang="en-US" altLang="zh-TW" dirty="0"/>
              <a:t>(10-11)</a:t>
            </a:r>
            <a:endParaRPr lang="en-CA" dirty="0"/>
          </a:p>
        </p:txBody>
      </p:sp>
      <p:sp>
        <p:nvSpPr>
          <p:cNvPr id="5" name="Slide Number Placeholder 4">
            <a:extLst>
              <a:ext uri="{FF2B5EF4-FFF2-40B4-BE49-F238E27FC236}">
                <a16:creationId xmlns:a16="http://schemas.microsoft.com/office/drawing/2014/main" id="{657CA522-087E-8A63-7D39-2EE8F42B8536}"/>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2275309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B2A7B-4F16-4C8B-7BC2-05EA297045D0}"/>
              </a:ext>
            </a:extLst>
          </p:cNvPr>
          <p:cNvSpPr>
            <a:spLocks noGrp="1"/>
          </p:cNvSpPr>
          <p:nvPr>
            <p:ph type="title"/>
          </p:nvPr>
        </p:nvSpPr>
        <p:spPr/>
        <p:txBody>
          <a:bodyPr/>
          <a:lstStyle/>
          <a:p>
            <a:r>
              <a:rPr lang="en-US" altLang="zh-CN" dirty="0"/>
              <a:t>Unit</a:t>
            </a:r>
            <a:r>
              <a:rPr lang="zh-CN" altLang="en-US" dirty="0"/>
              <a:t> </a:t>
            </a:r>
            <a:r>
              <a:rPr lang="en-US" altLang="zh-CN" dirty="0"/>
              <a:t>resources</a:t>
            </a:r>
            <a:endParaRPr lang="en-CA" dirty="0"/>
          </a:p>
        </p:txBody>
      </p:sp>
      <p:sp>
        <p:nvSpPr>
          <p:cNvPr id="3" name="Content Placeholder 2">
            <a:extLst>
              <a:ext uri="{FF2B5EF4-FFF2-40B4-BE49-F238E27FC236}">
                <a16:creationId xmlns:a16="http://schemas.microsoft.com/office/drawing/2014/main" id="{01BF908E-E5FE-554F-EFEE-14F7DE0EA18A}"/>
              </a:ext>
            </a:extLst>
          </p:cNvPr>
          <p:cNvSpPr>
            <a:spLocks noGrp="1"/>
          </p:cNvSpPr>
          <p:nvPr>
            <p:ph idx="1"/>
          </p:nvPr>
        </p:nvSpPr>
        <p:spPr>
          <a:xfrm>
            <a:off x="2589212" y="1487569"/>
            <a:ext cx="8915400" cy="4784943"/>
          </a:xfrm>
        </p:spPr>
        <p:txBody>
          <a:bodyPr>
            <a:normAutofit/>
          </a:bodyPr>
          <a:lstStyle/>
          <a:p>
            <a:r>
              <a:rPr lang="en-CA" dirty="0"/>
              <a:t>Edmonton mural: Along the River during the Qingming Festival (Kris Friesen 2018)</a:t>
            </a:r>
          </a:p>
          <a:p>
            <a:pPr lvl="1"/>
            <a:r>
              <a:rPr lang="en-CA" dirty="0"/>
              <a:t>97 St., just south of 107 Ave, south wall of Gold Crown jeweler (currently fenced off)</a:t>
            </a:r>
          </a:p>
          <a:p>
            <a:pPr lvl="1"/>
            <a:r>
              <a:rPr lang="en-CA" dirty="0"/>
              <a:t>Links to Chinatown Stories, Artist’s website, Time-lapse video</a:t>
            </a:r>
          </a:p>
          <a:p>
            <a:r>
              <a:rPr lang="en-CA" dirty="0"/>
              <a:t>Minecraft version: </a:t>
            </a:r>
            <a:r>
              <a:rPr lang="en-CA" dirty="0" err="1"/>
              <a:t>清明上河图</a:t>
            </a:r>
            <a:r>
              <a:rPr lang="zh-CN" altLang="en-US" dirty="0"/>
              <a:t> </a:t>
            </a:r>
            <a:r>
              <a:rPr lang="en-US" altLang="zh-CN" dirty="0"/>
              <a:t>Along</a:t>
            </a:r>
            <a:r>
              <a:rPr lang="zh-CN" altLang="en-US" dirty="0"/>
              <a:t> </a:t>
            </a:r>
            <a:r>
              <a:rPr lang="en-US" altLang="zh-CN" dirty="0"/>
              <a:t>the</a:t>
            </a:r>
            <a:r>
              <a:rPr lang="zh-CN" altLang="en-US" dirty="0"/>
              <a:t> </a:t>
            </a:r>
            <a:r>
              <a:rPr lang="en-US" altLang="zh-CN" dirty="0"/>
              <a:t>River</a:t>
            </a:r>
            <a:r>
              <a:rPr lang="zh-CN" altLang="en-US" dirty="0"/>
              <a:t> </a:t>
            </a:r>
            <a:r>
              <a:rPr lang="en-US" altLang="zh-CN" dirty="0"/>
              <a:t>during</a:t>
            </a:r>
            <a:r>
              <a:rPr lang="zh-CN" altLang="en-US" dirty="0"/>
              <a:t> </a:t>
            </a:r>
            <a:r>
              <a:rPr lang="en-US" altLang="zh-CN" dirty="0"/>
              <a:t>the</a:t>
            </a:r>
            <a:r>
              <a:rPr lang="zh-CN" altLang="en-US" dirty="0"/>
              <a:t> </a:t>
            </a:r>
            <a:r>
              <a:rPr lang="en-US" altLang="zh-CN" dirty="0"/>
              <a:t>Qingming</a:t>
            </a:r>
            <a:r>
              <a:rPr lang="zh-CN" altLang="en-US" dirty="0"/>
              <a:t> </a:t>
            </a:r>
            <a:r>
              <a:rPr lang="en-US" altLang="zh-CN" dirty="0"/>
              <a:t>Festival</a:t>
            </a:r>
          </a:p>
          <a:p>
            <a:pPr lvl="1"/>
            <a:r>
              <a:rPr lang="en-US" altLang="zh-CN" dirty="0"/>
              <a:t>Link</a:t>
            </a:r>
            <a:r>
              <a:rPr lang="zh-CN" altLang="en-US" dirty="0"/>
              <a:t> </a:t>
            </a:r>
            <a:r>
              <a:rPr lang="en-US" altLang="zh-CN" dirty="0"/>
              <a:t>to</a:t>
            </a:r>
            <a:r>
              <a:rPr lang="zh-CN" altLang="en-US" dirty="0"/>
              <a:t> </a:t>
            </a:r>
            <a:r>
              <a:rPr lang="en-US" altLang="zh-CN" dirty="0"/>
              <a:t>video</a:t>
            </a:r>
            <a:r>
              <a:rPr lang="zh-CN" altLang="en-US" dirty="0"/>
              <a:t> </a:t>
            </a:r>
            <a:r>
              <a:rPr lang="en-US" altLang="zh-CN" dirty="0"/>
              <a:t>of</a:t>
            </a:r>
            <a:r>
              <a:rPr lang="zh-CN" altLang="en-US" dirty="0"/>
              <a:t> </a:t>
            </a:r>
            <a:r>
              <a:rPr lang="en-US" altLang="zh-CN" dirty="0"/>
              <a:t>Minecraft</a:t>
            </a:r>
            <a:r>
              <a:rPr lang="zh-CN" altLang="en-US" dirty="0"/>
              <a:t> </a:t>
            </a:r>
            <a:r>
              <a:rPr lang="en-US" altLang="zh-CN" dirty="0"/>
              <a:t>level</a:t>
            </a:r>
          </a:p>
          <a:p>
            <a:r>
              <a:rPr lang="en-US" altLang="zh-CN" dirty="0"/>
              <a:t>Television</a:t>
            </a:r>
            <a:r>
              <a:rPr lang="zh-CN" altLang="en-US" dirty="0"/>
              <a:t> </a:t>
            </a:r>
            <a:r>
              <a:rPr lang="en-US" altLang="zh-CN" dirty="0"/>
              <a:t>drama:</a:t>
            </a:r>
            <a:r>
              <a:rPr lang="zh-CN" altLang="en-US" dirty="0"/>
              <a:t> </a:t>
            </a:r>
            <a:r>
              <a:rPr lang="en-US" altLang="zh-CN" dirty="0"/>
              <a:t>Riverside</a:t>
            </a:r>
            <a:r>
              <a:rPr lang="zh-CN" altLang="en-US" dirty="0"/>
              <a:t> </a:t>
            </a:r>
            <a:r>
              <a:rPr lang="en-US" altLang="zh-CN" dirty="0"/>
              <a:t>Code</a:t>
            </a:r>
            <a:r>
              <a:rPr lang="zh-CN" altLang="en-US" dirty="0"/>
              <a:t> </a:t>
            </a:r>
            <a:r>
              <a:rPr lang="en-US" altLang="zh-CN" dirty="0"/>
              <a:t>at</a:t>
            </a:r>
            <a:r>
              <a:rPr lang="zh-CN" altLang="en-US" dirty="0"/>
              <a:t> </a:t>
            </a:r>
            <a:r>
              <a:rPr lang="en-US" altLang="zh-CN" dirty="0"/>
              <a:t>Qingming</a:t>
            </a:r>
            <a:r>
              <a:rPr lang="zh-CN" altLang="en-US" dirty="0"/>
              <a:t> </a:t>
            </a:r>
            <a:r>
              <a:rPr lang="en-US" altLang="zh-CN" dirty="0"/>
              <a:t>Festival</a:t>
            </a:r>
            <a:r>
              <a:rPr lang="zh-CN" altLang="en-US" dirty="0"/>
              <a:t> </a:t>
            </a:r>
            <a:r>
              <a:rPr lang="en-CA" dirty="0" err="1"/>
              <a:t>清明上河图</a:t>
            </a:r>
            <a:r>
              <a:rPr lang="en-US" dirty="0" err="1"/>
              <a:t>密码</a:t>
            </a:r>
            <a:r>
              <a:rPr lang="zh-CN" altLang="en-US" dirty="0"/>
              <a:t> </a:t>
            </a:r>
            <a:r>
              <a:rPr lang="en-US" altLang="zh-CN" dirty="0"/>
              <a:t>EP01</a:t>
            </a:r>
          </a:p>
          <a:p>
            <a:pPr lvl="1"/>
            <a:r>
              <a:rPr lang="en-US" altLang="zh-CN" dirty="0"/>
              <a:t>In</a:t>
            </a:r>
            <a:r>
              <a:rPr lang="zh-CN" altLang="en-US" dirty="0"/>
              <a:t> </a:t>
            </a:r>
            <a:r>
              <a:rPr lang="en-US" altLang="zh-CN" dirty="0"/>
              <a:t>Mandarin</a:t>
            </a:r>
            <a:r>
              <a:rPr lang="zh-CN" altLang="en-US" dirty="0"/>
              <a:t> </a:t>
            </a:r>
            <a:r>
              <a:rPr lang="en-US" altLang="zh-CN" dirty="0"/>
              <a:t>w/</a:t>
            </a:r>
            <a:r>
              <a:rPr lang="zh-CN" altLang="en-US" dirty="0"/>
              <a:t> </a:t>
            </a:r>
            <a:r>
              <a:rPr lang="en-US" altLang="zh-CN" dirty="0"/>
              <a:t>Chinese</a:t>
            </a:r>
            <a:r>
              <a:rPr lang="zh-CN" altLang="en-US" dirty="0"/>
              <a:t> </a:t>
            </a:r>
            <a:r>
              <a:rPr lang="en-US" altLang="zh-CN" dirty="0"/>
              <a:t>and</a:t>
            </a:r>
            <a:r>
              <a:rPr lang="zh-CN" altLang="en-US" dirty="0"/>
              <a:t> </a:t>
            </a:r>
            <a:r>
              <a:rPr lang="en-US" altLang="zh-CN" dirty="0"/>
              <a:t>English</a:t>
            </a:r>
            <a:r>
              <a:rPr lang="zh-CN" altLang="en-US" dirty="0"/>
              <a:t> </a:t>
            </a:r>
            <a:r>
              <a:rPr lang="en-US" altLang="zh-CN" dirty="0"/>
              <a:t>subtitles</a:t>
            </a:r>
          </a:p>
          <a:p>
            <a:pPr lvl="1"/>
            <a:r>
              <a:rPr lang="en-US" altLang="zh-CN" dirty="0"/>
              <a:t>Adapted</a:t>
            </a:r>
            <a:r>
              <a:rPr lang="zh-CN" altLang="en-US" dirty="0"/>
              <a:t> </a:t>
            </a:r>
            <a:r>
              <a:rPr lang="en-US" altLang="zh-CN" dirty="0"/>
              <a:t>from</a:t>
            </a:r>
            <a:r>
              <a:rPr lang="zh-CN" altLang="en-US" dirty="0"/>
              <a:t> </a:t>
            </a:r>
            <a:r>
              <a:rPr lang="en-US" altLang="zh-CN" dirty="0"/>
              <a:t>novel</a:t>
            </a:r>
            <a:r>
              <a:rPr lang="zh-CN" altLang="en-US" dirty="0"/>
              <a:t> </a:t>
            </a:r>
            <a:r>
              <a:rPr lang="en-US" altLang="zh-CN" dirty="0"/>
              <a:t>series</a:t>
            </a:r>
            <a:r>
              <a:rPr lang="zh-CN" altLang="en-US" dirty="0"/>
              <a:t> </a:t>
            </a:r>
            <a:r>
              <a:rPr lang="en-US" altLang="zh-CN" dirty="0"/>
              <a:t>by</a:t>
            </a:r>
            <a:r>
              <a:rPr lang="zh-CN" altLang="en-US" dirty="0"/>
              <a:t> </a:t>
            </a:r>
            <a:r>
              <a:rPr lang="en-US" altLang="zh-CN" dirty="0"/>
              <a:t>Ye</a:t>
            </a:r>
            <a:r>
              <a:rPr lang="zh-CN" altLang="en-US" dirty="0"/>
              <a:t> </a:t>
            </a:r>
            <a:r>
              <a:rPr lang="en-US" altLang="zh-CN" dirty="0" err="1"/>
              <a:t>Wenbiao</a:t>
            </a:r>
            <a:r>
              <a:rPr lang="zh-CN" altLang="en-US" dirty="0"/>
              <a:t> 冶文彪</a:t>
            </a:r>
            <a:endParaRPr lang="en-US" altLang="zh-CN" dirty="0"/>
          </a:p>
          <a:p>
            <a:pPr lvl="1"/>
            <a:r>
              <a:rPr lang="en-US" altLang="zh-CN" dirty="0"/>
              <a:t>Full</a:t>
            </a:r>
            <a:r>
              <a:rPr lang="zh-CN" altLang="en-US" dirty="0"/>
              <a:t> </a:t>
            </a:r>
            <a:r>
              <a:rPr lang="en-US" altLang="zh-CN" dirty="0"/>
              <a:t>episode</a:t>
            </a:r>
            <a:r>
              <a:rPr lang="zh-CN" altLang="en-US" dirty="0"/>
              <a:t> </a:t>
            </a:r>
            <a:r>
              <a:rPr lang="en-US" altLang="zh-CN" dirty="0"/>
              <a:t>(and</a:t>
            </a:r>
            <a:r>
              <a:rPr lang="zh-CN" altLang="en-US" dirty="0"/>
              <a:t> </a:t>
            </a:r>
            <a:r>
              <a:rPr lang="en-US" altLang="zh-CN" dirty="0"/>
              <a:t>series)</a:t>
            </a:r>
            <a:r>
              <a:rPr lang="zh-CN" altLang="en-US" dirty="0"/>
              <a:t> </a:t>
            </a:r>
            <a:r>
              <a:rPr lang="en-US" altLang="zh-CN" dirty="0"/>
              <a:t>online—See</a:t>
            </a:r>
            <a:r>
              <a:rPr lang="zh-CN" altLang="en-US" dirty="0"/>
              <a:t> </a:t>
            </a:r>
            <a:r>
              <a:rPr lang="en-US" altLang="zh-CN" dirty="0"/>
              <a:t>esp.</a:t>
            </a:r>
            <a:r>
              <a:rPr lang="zh-CN" altLang="en-US" dirty="0"/>
              <a:t> </a:t>
            </a:r>
            <a:r>
              <a:rPr lang="en-US" altLang="zh-CN" dirty="0"/>
              <a:t>recreation</a:t>
            </a:r>
            <a:r>
              <a:rPr lang="zh-CN" altLang="en-US" dirty="0"/>
              <a:t> </a:t>
            </a:r>
            <a:r>
              <a:rPr lang="en-US" altLang="zh-CN" dirty="0"/>
              <a:t>of</a:t>
            </a:r>
            <a:r>
              <a:rPr lang="zh-CN" altLang="en-US" dirty="0"/>
              <a:t> </a:t>
            </a:r>
            <a:r>
              <a:rPr lang="en-US" altLang="zh-CN" dirty="0"/>
              <a:t>scroll</a:t>
            </a:r>
            <a:r>
              <a:rPr lang="zh-CN" altLang="en-US" dirty="0"/>
              <a:t> </a:t>
            </a:r>
            <a:r>
              <a:rPr lang="en-US" altLang="zh-CN" dirty="0"/>
              <a:t>in</a:t>
            </a:r>
            <a:r>
              <a:rPr lang="zh-CN" altLang="en-US" dirty="0"/>
              <a:t> </a:t>
            </a:r>
            <a:r>
              <a:rPr lang="en-US" altLang="zh-CN" dirty="0"/>
              <a:t>first</a:t>
            </a:r>
            <a:r>
              <a:rPr lang="zh-CN" altLang="en-US" dirty="0"/>
              <a:t> </a:t>
            </a:r>
            <a:r>
              <a:rPr lang="en-US" altLang="zh-CN" dirty="0"/>
              <a:t>6</a:t>
            </a:r>
            <a:r>
              <a:rPr lang="zh-CN" altLang="en-US" dirty="0"/>
              <a:t> </a:t>
            </a:r>
            <a:r>
              <a:rPr lang="en-US" altLang="zh-CN" dirty="0"/>
              <a:t>minutes</a:t>
            </a:r>
            <a:r>
              <a:rPr lang="zh-CN" altLang="en-US" dirty="0"/>
              <a:t> </a:t>
            </a:r>
            <a:r>
              <a:rPr lang="en-US" altLang="zh-CN" dirty="0"/>
              <a:t>of</a:t>
            </a:r>
            <a:r>
              <a:rPr lang="zh-CN" altLang="en-US" dirty="0"/>
              <a:t> </a:t>
            </a:r>
            <a:r>
              <a:rPr lang="en-US" altLang="zh-CN" dirty="0"/>
              <a:t>EP01.</a:t>
            </a:r>
          </a:p>
          <a:p>
            <a:r>
              <a:rPr lang="en-US" altLang="zh-CN" dirty="0"/>
              <a:t>Theme</a:t>
            </a:r>
            <a:r>
              <a:rPr lang="zh-CN" altLang="en-US" dirty="0"/>
              <a:t> </a:t>
            </a:r>
            <a:r>
              <a:rPr lang="en-US" altLang="zh-CN" dirty="0"/>
              <a:t>park</a:t>
            </a:r>
            <a:r>
              <a:rPr lang="zh-CN" altLang="en-US" dirty="0"/>
              <a:t> </a:t>
            </a:r>
            <a:r>
              <a:rPr lang="en-US" altLang="zh-CN" dirty="0"/>
              <a:t>videos</a:t>
            </a:r>
          </a:p>
          <a:p>
            <a:pPr lvl="1"/>
            <a:r>
              <a:rPr lang="en-US" altLang="zh-CN" dirty="0"/>
              <a:t>Kaifeng:</a:t>
            </a:r>
            <a:r>
              <a:rPr lang="zh-CN" altLang="en-US" dirty="0"/>
              <a:t> </a:t>
            </a:r>
            <a:r>
              <a:rPr lang="en-US" altLang="zh-CN" dirty="0"/>
              <a:t>Millenium</a:t>
            </a:r>
            <a:r>
              <a:rPr lang="zh-CN" altLang="en-US" dirty="0"/>
              <a:t> </a:t>
            </a:r>
            <a:r>
              <a:rPr lang="en-US" altLang="zh-CN" dirty="0"/>
              <a:t>Park</a:t>
            </a:r>
            <a:r>
              <a:rPr lang="zh-CN" altLang="en-US" dirty="0"/>
              <a:t> </a:t>
            </a:r>
            <a:r>
              <a:rPr lang="en-US" altLang="zh-CN" dirty="0"/>
              <a:t>(Qingming</a:t>
            </a:r>
            <a:r>
              <a:rPr lang="zh-CN" altLang="en-US" dirty="0"/>
              <a:t> </a:t>
            </a:r>
            <a:r>
              <a:rPr lang="en-US" altLang="zh-CN" dirty="0" err="1"/>
              <a:t>shanghe</a:t>
            </a:r>
            <a:r>
              <a:rPr lang="zh-CN" altLang="en-US" dirty="0"/>
              <a:t> </a:t>
            </a:r>
            <a:r>
              <a:rPr lang="en-US" altLang="zh-CN" dirty="0"/>
              <a:t>yuan</a:t>
            </a:r>
            <a:r>
              <a:rPr lang="zh-CN" altLang="en-US" dirty="0"/>
              <a:t> 清明上河园</a:t>
            </a:r>
            <a:r>
              <a:rPr lang="en-US" altLang="zh-CN" dirty="0"/>
              <a:t>),</a:t>
            </a:r>
            <a:r>
              <a:rPr lang="zh-CN" altLang="en-US" dirty="0"/>
              <a:t> </a:t>
            </a:r>
            <a:r>
              <a:rPr lang="en-US" altLang="zh-CN" dirty="0"/>
              <a:t>Hangzhou:</a:t>
            </a:r>
            <a:r>
              <a:rPr lang="zh-CN" altLang="en-US" dirty="0"/>
              <a:t> </a:t>
            </a:r>
            <a:r>
              <a:rPr lang="en-US" altLang="zh-CN" dirty="0"/>
              <a:t>Song</a:t>
            </a:r>
            <a:r>
              <a:rPr lang="zh-CN" altLang="en-US" dirty="0"/>
              <a:t> </a:t>
            </a:r>
            <a:r>
              <a:rPr lang="en-US" altLang="zh-CN" dirty="0"/>
              <a:t>City</a:t>
            </a:r>
            <a:r>
              <a:rPr lang="zh-CN" altLang="en-US" dirty="0"/>
              <a:t> </a:t>
            </a:r>
            <a:r>
              <a:rPr lang="en-US" altLang="zh-CN" dirty="0"/>
              <a:t>(</a:t>
            </a:r>
            <a:r>
              <a:rPr lang="en-US" altLang="zh-CN" dirty="0" err="1"/>
              <a:t>Songcheng</a:t>
            </a:r>
            <a:r>
              <a:rPr lang="zh-CN" altLang="en-US" dirty="0"/>
              <a:t> 宋城</a:t>
            </a:r>
            <a:r>
              <a:rPr lang="en-US" altLang="zh-CN" dirty="0"/>
              <a:t>),</a:t>
            </a:r>
            <a:r>
              <a:rPr lang="zh-CN" altLang="en-US" dirty="0"/>
              <a:t> </a:t>
            </a:r>
            <a:r>
              <a:rPr lang="en-US" altLang="zh-CN" dirty="0"/>
              <a:t>Beamish</a:t>
            </a:r>
            <a:r>
              <a:rPr lang="zh-CN" altLang="en-US" dirty="0"/>
              <a:t> </a:t>
            </a:r>
            <a:r>
              <a:rPr lang="en-US" altLang="zh-CN" dirty="0"/>
              <a:t>Living</a:t>
            </a:r>
            <a:r>
              <a:rPr lang="zh-CN" altLang="en-US" dirty="0"/>
              <a:t> </a:t>
            </a:r>
            <a:r>
              <a:rPr lang="en-US" altLang="zh-CN" dirty="0"/>
              <a:t>Museum</a:t>
            </a:r>
            <a:r>
              <a:rPr lang="zh-CN" altLang="en-US" dirty="0"/>
              <a:t> </a:t>
            </a:r>
            <a:r>
              <a:rPr lang="en-US" altLang="zh-CN" dirty="0"/>
              <a:t>(County</a:t>
            </a:r>
            <a:r>
              <a:rPr lang="zh-CN" altLang="en-US" dirty="0"/>
              <a:t> </a:t>
            </a:r>
            <a:r>
              <a:rPr lang="en-US" altLang="zh-CN" dirty="0"/>
              <a:t>Durham,</a:t>
            </a:r>
            <a:r>
              <a:rPr lang="zh-CN" altLang="en-US" dirty="0"/>
              <a:t> </a:t>
            </a:r>
            <a:r>
              <a:rPr lang="en-US" altLang="zh-CN" dirty="0"/>
              <a:t>England)</a:t>
            </a:r>
          </a:p>
          <a:p>
            <a:pPr lvl="1"/>
            <a:r>
              <a:rPr lang="en-US" altLang="zh-CN" dirty="0"/>
              <a:t>Videos</a:t>
            </a:r>
            <a:r>
              <a:rPr lang="zh-CN" altLang="en-US" dirty="0"/>
              <a:t> </a:t>
            </a:r>
            <a:r>
              <a:rPr lang="en-US" altLang="zh-CN" dirty="0"/>
              <a:t>with</a:t>
            </a:r>
            <a:r>
              <a:rPr lang="zh-CN" altLang="en-US" dirty="0"/>
              <a:t> </a:t>
            </a:r>
            <a:r>
              <a:rPr lang="en-US" altLang="zh-CN" dirty="0"/>
              <a:t>minimal</a:t>
            </a:r>
            <a:r>
              <a:rPr lang="zh-CN" altLang="en-US" dirty="0"/>
              <a:t> </a:t>
            </a:r>
            <a:r>
              <a:rPr lang="en-US" altLang="zh-CN" dirty="0"/>
              <a:t>narration</a:t>
            </a:r>
            <a:r>
              <a:rPr lang="zh-CN" altLang="en-US" dirty="0"/>
              <a:t> </a:t>
            </a:r>
            <a:r>
              <a:rPr lang="en-US" altLang="zh-CN" dirty="0"/>
              <a:t>–</a:t>
            </a:r>
            <a:r>
              <a:rPr lang="zh-CN" altLang="en-US" dirty="0"/>
              <a:t> </a:t>
            </a:r>
            <a:r>
              <a:rPr lang="en-US" altLang="zh-CN" dirty="0"/>
              <a:t>many</a:t>
            </a:r>
            <a:r>
              <a:rPr lang="zh-CN" altLang="en-US" dirty="0"/>
              <a:t> </a:t>
            </a:r>
            <a:r>
              <a:rPr lang="en-US" altLang="zh-CN" dirty="0"/>
              <a:t>more</a:t>
            </a:r>
            <a:r>
              <a:rPr lang="zh-CN" altLang="en-US" dirty="0"/>
              <a:t> </a:t>
            </a:r>
            <a:r>
              <a:rPr lang="en-US" altLang="zh-CN" dirty="0"/>
              <a:t>guided</a:t>
            </a:r>
            <a:r>
              <a:rPr lang="zh-CN" altLang="en-US" dirty="0"/>
              <a:t> </a:t>
            </a:r>
            <a:r>
              <a:rPr lang="en-US" altLang="zh-CN" dirty="0"/>
              <a:t>tours,</a:t>
            </a:r>
            <a:r>
              <a:rPr lang="zh-CN" altLang="en-US" dirty="0"/>
              <a:t> </a:t>
            </a:r>
            <a:r>
              <a:rPr lang="en-US" altLang="zh-CN" dirty="0"/>
              <a:t>etc.</a:t>
            </a:r>
            <a:r>
              <a:rPr lang="zh-CN" altLang="en-US" dirty="0"/>
              <a:t> </a:t>
            </a:r>
            <a:r>
              <a:rPr lang="en-US" altLang="zh-CN" dirty="0"/>
              <a:t>on</a:t>
            </a:r>
            <a:r>
              <a:rPr lang="zh-CN" altLang="en-US" dirty="0"/>
              <a:t> </a:t>
            </a:r>
            <a:r>
              <a:rPr lang="en-US" altLang="zh-CN" dirty="0" err="1"/>
              <a:t>Youtube</a:t>
            </a:r>
            <a:r>
              <a:rPr lang="en-US" altLang="zh-CN" dirty="0"/>
              <a:t>.</a:t>
            </a:r>
          </a:p>
          <a:p>
            <a:endParaRPr lang="en-CA" dirty="0"/>
          </a:p>
        </p:txBody>
      </p:sp>
      <p:sp>
        <p:nvSpPr>
          <p:cNvPr id="4" name="Slide Number Placeholder 3">
            <a:extLst>
              <a:ext uri="{FF2B5EF4-FFF2-40B4-BE49-F238E27FC236}">
                <a16:creationId xmlns:a16="http://schemas.microsoft.com/office/drawing/2014/main" id="{DB497AAB-1048-A90E-C1BC-1B92C963AE18}"/>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916870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E0384-0C24-F5AE-B53D-03D6C6E72DC6}"/>
              </a:ext>
            </a:extLst>
          </p:cNvPr>
          <p:cNvSpPr>
            <a:spLocks noGrp="1"/>
          </p:cNvSpPr>
          <p:nvPr>
            <p:ph type="title"/>
          </p:nvPr>
        </p:nvSpPr>
        <p:spPr/>
        <p:txBody>
          <a:bodyPr/>
          <a:lstStyle/>
          <a:p>
            <a:r>
              <a:rPr lang="en-US" altLang="zh-CN" dirty="0"/>
              <a:t>Qingming</a:t>
            </a:r>
            <a:r>
              <a:rPr lang="zh-CN" altLang="en-US" dirty="0"/>
              <a:t> </a:t>
            </a:r>
            <a:r>
              <a:rPr lang="en-US" altLang="zh-CN" dirty="0"/>
              <a:t>scroll</a:t>
            </a:r>
            <a:r>
              <a:rPr lang="zh-CN" altLang="en-US" dirty="0"/>
              <a:t> </a:t>
            </a:r>
            <a:r>
              <a:rPr lang="en-US" altLang="zh-CN" dirty="0"/>
              <a:t>&amp;</a:t>
            </a:r>
            <a:r>
              <a:rPr lang="zh-CN" altLang="en-US" dirty="0"/>
              <a:t> </a:t>
            </a:r>
            <a:r>
              <a:rPr lang="en-US" altLang="zh-CN" dirty="0"/>
              <a:t>its</a:t>
            </a:r>
            <a:r>
              <a:rPr lang="zh-CN" altLang="en-US" dirty="0"/>
              <a:t> </a:t>
            </a:r>
            <a:r>
              <a:rPr lang="en-US" altLang="zh-CN" dirty="0"/>
              <a:t>legacy</a:t>
            </a:r>
            <a:endParaRPr lang="en-CA" dirty="0"/>
          </a:p>
        </p:txBody>
      </p:sp>
      <p:sp>
        <p:nvSpPr>
          <p:cNvPr id="4" name="Slide Number Placeholder 3">
            <a:extLst>
              <a:ext uri="{FF2B5EF4-FFF2-40B4-BE49-F238E27FC236}">
                <a16:creationId xmlns:a16="http://schemas.microsoft.com/office/drawing/2014/main" id="{CAEAD14B-DEDE-2CFB-F6ED-62A7D3DB9FD9}"/>
              </a:ext>
            </a:extLst>
          </p:cNvPr>
          <p:cNvSpPr>
            <a:spLocks noGrp="1"/>
          </p:cNvSpPr>
          <p:nvPr>
            <p:ph type="sldNum" sz="quarter" idx="12"/>
          </p:nvPr>
        </p:nvSpPr>
        <p:spPr/>
        <p:txBody>
          <a:bodyPr/>
          <a:lstStyle/>
          <a:p>
            <a:fld id="{D57F1E4F-1CFF-5643-939E-217C01CDF565}" type="slidenum">
              <a:rPr lang="en-US" smtClean="0"/>
              <a:pPr/>
              <a:t>3</a:t>
            </a:fld>
            <a:endParaRPr lang="en-US" dirty="0"/>
          </a:p>
        </p:txBody>
      </p:sp>
      <p:pic>
        <p:nvPicPr>
          <p:cNvPr id="8" name="Picture 7" descr="A drawing of a bridge over a river&#10;&#10;AI-generated content may be incorrect.">
            <a:extLst>
              <a:ext uri="{FF2B5EF4-FFF2-40B4-BE49-F238E27FC236}">
                <a16:creationId xmlns:a16="http://schemas.microsoft.com/office/drawing/2014/main" id="{11839E45-3068-6209-C71D-9C27DEE1CFE3}"/>
              </a:ext>
            </a:extLst>
          </p:cNvPr>
          <p:cNvPicPr>
            <a:picLocks noChangeAspect="1"/>
          </p:cNvPicPr>
          <p:nvPr/>
        </p:nvPicPr>
        <p:blipFill>
          <a:blip r:embed="rId2"/>
          <a:stretch>
            <a:fillRect/>
          </a:stretch>
        </p:blipFill>
        <p:spPr>
          <a:xfrm>
            <a:off x="179293" y="0"/>
            <a:ext cx="9008533" cy="6870095"/>
          </a:xfrm>
          <a:prstGeom prst="rect">
            <a:avLst/>
          </a:prstGeom>
        </p:spPr>
      </p:pic>
      <p:pic>
        <p:nvPicPr>
          <p:cNvPr id="9" name="Picture 8" descr="A red bridge with people on it&#10;&#10;AI-generated content may be incorrect.">
            <a:extLst>
              <a:ext uri="{FF2B5EF4-FFF2-40B4-BE49-F238E27FC236}">
                <a16:creationId xmlns:a16="http://schemas.microsoft.com/office/drawing/2014/main" id="{A15C5FFB-0DE8-0853-7289-95763F7FEEA3}"/>
              </a:ext>
            </a:extLst>
          </p:cNvPr>
          <p:cNvPicPr>
            <a:picLocks noChangeAspect="1"/>
          </p:cNvPicPr>
          <p:nvPr/>
        </p:nvPicPr>
        <p:blipFill>
          <a:blip r:embed="rId3"/>
          <a:srcRect l="31540" r="4062"/>
          <a:stretch/>
        </p:blipFill>
        <p:spPr>
          <a:xfrm>
            <a:off x="3692726" y="-14584"/>
            <a:ext cx="6688665" cy="6870095"/>
          </a:xfrm>
          <a:prstGeom prst="rect">
            <a:avLst/>
          </a:prstGeom>
        </p:spPr>
      </p:pic>
      <p:pic>
        <p:nvPicPr>
          <p:cNvPr id="10" name="Picture 9" descr="A video game scene of a village&#10;&#10;AI-generated content may be incorrect.">
            <a:extLst>
              <a:ext uri="{FF2B5EF4-FFF2-40B4-BE49-F238E27FC236}">
                <a16:creationId xmlns:a16="http://schemas.microsoft.com/office/drawing/2014/main" id="{61BDDA36-24F5-5656-2246-20B37240DF57}"/>
              </a:ext>
            </a:extLst>
          </p:cNvPr>
          <p:cNvPicPr>
            <a:picLocks noChangeAspect="1"/>
          </p:cNvPicPr>
          <p:nvPr/>
        </p:nvPicPr>
        <p:blipFill>
          <a:blip r:embed="rId4"/>
          <a:srcRect l="27393" t="17887" r="29543" b="5941"/>
          <a:stretch/>
        </p:blipFill>
        <p:spPr>
          <a:xfrm>
            <a:off x="8115780" y="2489"/>
            <a:ext cx="5983738" cy="6879699"/>
          </a:xfrm>
          <a:prstGeom prst="rect">
            <a:avLst/>
          </a:prstGeom>
        </p:spPr>
      </p:pic>
      <p:sp>
        <p:nvSpPr>
          <p:cNvPr id="6" name="Content Placeholder 5">
            <a:extLst>
              <a:ext uri="{FF2B5EF4-FFF2-40B4-BE49-F238E27FC236}">
                <a16:creationId xmlns:a16="http://schemas.microsoft.com/office/drawing/2014/main" id="{5B86F058-34E8-B4B7-2E05-7675EDA554BB}"/>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2144191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mph" presetSubtype="0" nodeType="clickEffect">
                                  <p:stCondLst>
                                    <p:cond delay="0"/>
                                  </p:stCondLst>
                                  <p:childTnLst>
                                    <p:set>
                                      <p:cBhvr>
                                        <p:cTn id="14" dur="indefinite"/>
                                        <p:tgtEl>
                                          <p:spTgt spid="8"/>
                                        </p:tgtEl>
                                        <p:attrNameLst>
                                          <p:attrName>style.opacity</p:attrName>
                                        </p:attrNameLst>
                                      </p:cBhvr>
                                      <p:to>
                                        <p:strVal val="0.25"/>
                                      </p:to>
                                    </p:set>
                                    <p:animEffect filter="image" prLst="opacity: 0.25">
                                      <p:cBhvr rctx="IE">
                                        <p:cTn id="15" dur="indefinite"/>
                                        <p:tgtEl>
                                          <p:spTgt spid="8"/>
                                        </p:tgtEl>
                                      </p:cBhvr>
                                    </p:animEffect>
                                  </p:childTnLst>
                                </p:cTn>
                              </p:par>
                              <p:par>
                                <p:cTn id="16" presetID="9" presetClass="exit" presetSubtype="0" fill="hold" nodeType="withEffect">
                                  <p:stCondLst>
                                    <p:cond delay="0"/>
                                  </p:stCondLst>
                                  <p:childTnLst>
                                    <p:animEffect transition="out" filter="dissolve">
                                      <p:cBhvr>
                                        <p:cTn id="17" dur="300"/>
                                        <p:tgtEl>
                                          <p:spTgt spid="9"/>
                                        </p:tgtEl>
                                      </p:cBhvr>
                                    </p:animEffect>
                                    <p:set>
                                      <p:cBhvr>
                                        <p:cTn id="18" dur="1" fill="hold">
                                          <p:stCondLst>
                                            <p:cond delay="299"/>
                                          </p:stCondLst>
                                        </p:cTn>
                                        <p:tgtEl>
                                          <p:spTgt spid="9"/>
                                        </p:tgtEl>
                                        <p:attrNameLst>
                                          <p:attrName>style.visibility</p:attrName>
                                        </p:attrNameLst>
                                      </p:cBhvr>
                                      <p:to>
                                        <p:strVal val="hidden"/>
                                      </p:to>
                                    </p:set>
                                  </p:childTnLst>
                                </p:cTn>
                              </p:par>
                              <p:par>
                                <p:cTn id="19" presetID="9" presetClass="exit" presetSubtype="0" fill="hold" nodeType="withEffect">
                                  <p:stCondLst>
                                    <p:cond delay="0"/>
                                  </p:stCondLst>
                                  <p:childTnLst>
                                    <p:animEffect transition="out" filter="dissolve">
                                      <p:cBhvr>
                                        <p:cTn id="20" dur="500"/>
                                        <p:tgtEl>
                                          <p:spTgt spid="10"/>
                                        </p:tgtEl>
                                      </p:cBhvr>
                                    </p:animEffect>
                                    <p:set>
                                      <p:cBhvr>
                                        <p:cTn id="21" dur="1" fill="hold">
                                          <p:stCondLst>
                                            <p:cond delay="499"/>
                                          </p:stCondLst>
                                        </p:cTn>
                                        <p:tgtEl>
                                          <p:spTgt spid="10"/>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B7128-66C3-20BE-A3E8-3E5619111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F14ED-8A99-80B6-2CD8-9F909EEFC209}"/>
              </a:ext>
            </a:extLst>
          </p:cNvPr>
          <p:cNvSpPr>
            <a:spLocks noGrp="1"/>
          </p:cNvSpPr>
          <p:nvPr>
            <p:ph type="title"/>
          </p:nvPr>
        </p:nvSpPr>
        <p:spPr/>
        <p:txBody>
          <a:bodyPr/>
          <a:lstStyle/>
          <a:p>
            <a:r>
              <a:rPr lang="en-US" altLang="zh-CN" dirty="0"/>
              <a:t>Qingming</a:t>
            </a:r>
            <a:r>
              <a:rPr lang="zh-CN" altLang="en-US" dirty="0"/>
              <a:t> </a:t>
            </a:r>
            <a:r>
              <a:rPr lang="en-US" altLang="zh-CN" dirty="0"/>
              <a:t>scroll</a:t>
            </a:r>
            <a:r>
              <a:rPr lang="zh-CN" altLang="en-US" dirty="0"/>
              <a:t> </a:t>
            </a:r>
            <a:r>
              <a:rPr lang="en-US" altLang="zh-CN" dirty="0"/>
              <a:t>&amp;</a:t>
            </a:r>
            <a:r>
              <a:rPr lang="zh-CN" altLang="en-US" dirty="0"/>
              <a:t> </a:t>
            </a:r>
            <a:r>
              <a:rPr lang="en-US" altLang="zh-CN" dirty="0"/>
              <a:t>its</a:t>
            </a:r>
            <a:r>
              <a:rPr lang="zh-CN" altLang="en-US" dirty="0"/>
              <a:t> </a:t>
            </a:r>
            <a:r>
              <a:rPr lang="en-US" altLang="zh-CN" dirty="0"/>
              <a:t>legacy</a:t>
            </a:r>
            <a:endParaRPr lang="en-CA" dirty="0"/>
          </a:p>
        </p:txBody>
      </p:sp>
      <p:sp>
        <p:nvSpPr>
          <p:cNvPr id="4" name="Slide Number Placeholder 3">
            <a:extLst>
              <a:ext uri="{FF2B5EF4-FFF2-40B4-BE49-F238E27FC236}">
                <a16:creationId xmlns:a16="http://schemas.microsoft.com/office/drawing/2014/main" id="{00B7ACE7-2718-1392-E4DA-203DC1E4B24E}"/>
              </a:ext>
            </a:extLst>
          </p:cNvPr>
          <p:cNvSpPr>
            <a:spLocks noGrp="1"/>
          </p:cNvSpPr>
          <p:nvPr>
            <p:ph type="sldNum" sz="quarter" idx="12"/>
          </p:nvPr>
        </p:nvSpPr>
        <p:spPr/>
        <p:txBody>
          <a:bodyPr/>
          <a:lstStyle/>
          <a:p>
            <a:r>
              <a:rPr lang="en-US" dirty="0"/>
              <a:t>3</a:t>
            </a:r>
          </a:p>
        </p:txBody>
      </p:sp>
      <p:sp>
        <p:nvSpPr>
          <p:cNvPr id="3" name="Content Placeholder 2">
            <a:extLst>
              <a:ext uri="{FF2B5EF4-FFF2-40B4-BE49-F238E27FC236}">
                <a16:creationId xmlns:a16="http://schemas.microsoft.com/office/drawing/2014/main" id="{30D8B7E9-0EBC-0EE8-A1B5-73256F4E4714}"/>
              </a:ext>
            </a:extLst>
          </p:cNvPr>
          <p:cNvSpPr>
            <a:spLocks noGrp="1"/>
          </p:cNvSpPr>
          <p:nvPr>
            <p:ph idx="1"/>
          </p:nvPr>
        </p:nvSpPr>
        <p:spPr/>
        <p:txBody>
          <a:bodyPr/>
          <a:lstStyle/>
          <a:p>
            <a:r>
              <a:rPr lang="en-US" altLang="zh-CN" dirty="0"/>
              <a:t>All</a:t>
            </a:r>
            <a:r>
              <a:rPr lang="zh-CN" altLang="en-US" dirty="0"/>
              <a:t> </a:t>
            </a:r>
            <a:r>
              <a:rPr lang="en-US" altLang="zh-CN" dirty="0"/>
              <a:t>visually</a:t>
            </a:r>
            <a:r>
              <a:rPr lang="zh-CN" altLang="en-US" dirty="0"/>
              <a:t> </a:t>
            </a:r>
            <a:r>
              <a:rPr lang="en-US" altLang="zh-CN" dirty="0"/>
              <a:t>inspired</a:t>
            </a:r>
            <a:r>
              <a:rPr lang="zh-CN" altLang="en-US" dirty="0"/>
              <a:t> </a:t>
            </a:r>
            <a:r>
              <a:rPr lang="en-US" altLang="zh-CN" dirty="0"/>
              <a:t>by</a:t>
            </a:r>
            <a:r>
              <a:rPr lang="zh-CN" altLang="en-US" dirty="0"/>
              <a:t> </a:t>
            </a:r>
            <a:r>
              <a:rPr lang="en-US" altLang="zh-CN" dirty="0"/>
              <a:t>Zhang</a:t>
            </a:r>
            <a:r>
              <a:rPr lang="zh-CN" altLang="en-US" dirty="0"/>
              <a:t> </a:t>
            </a:r>
            <a:r>
              <a:rPr lang="en-US" altLang="zh-CN" dirty="0" err="1"/>
              <a:t>Zeduan’s</a:t>
            </a:r>
            <a:r>
              <a:rPr lang="zh-CN" altLang="en-US" dirty="0"/>
              <a:t> </a:t>
            </a:r>
            <a:r>
              <a:rPr lang="en-US" altLang="zh-CN" dirty="0"/>
              <a:t>Qingming</a:t>
            </a:r>
            <a:r>
              <a:rPr lang="zh-CN" altLang="en-US" dirty="0"/>
              <a:t> </a:t>
            </a:r>
            <a:r>
              <a:rPr lang="en-US" altLang="zh-CN" dirty="0"/>
              <a:t>scroll</a:t>
            </a:r>
          </a:p>
          <a:p>
            <a:r>
              <a:rPr lang="en-US" altLang="zh-CN" dirty="0"/>
              <a:t>But</a:t>
            </a:r>
            <a:r>
              <a:rPr lang="zh-CN" altLang="en-US" dirty="0"/>
              <a:t> </a:t>
            </a:r>
            <a:r>
              <a:rPr lang="en-US" altLang="zh-CN" dirty="0"/>
              <a:t>why</a:t>
            </a:r>
            <a:r>
              <a:rPr lang="zh-CN" altLang="en-US" dirty="0"/>
              <a:t> </a:t>
            </a:r>
            <a:r>
              <a:rPr lang="en-US" altLang="zh-CN" dirty="0"/>
              <a:t>this</a:t>
            </a:r>
            <a:r>
              <a:rPr lang="zh-CN" altLang="en-US" dirty="0"/>
              <a:t> </a:t>
            </a:r>
            <a:r>
              <a:rPr lang="en-US" altLang="zh-CN" dirty="0"/>
              <a:t>image?</a:t>
            </a:r>
            <a:r>
              <a:rPr lang="zh-CN" altLang="en-US" dirty="0"/>
              <a:t> </a:t>
            </a:r>
            <a:r>
              <a:rPr lang="en-US" altLang="zh-CN" dirty="0"/>
              <a:t>Beyond</a:t>
            </a:r>
            <a:r>
              <a:rPr lang="zh-CN" altLang="en-US" dirty="0"/>
              <a:t> </a:t>
            </a:r>
            <a:r>
              <a:rPr lang="en-US" altLang="zh-CN" dirty="0"/>
              <a:t>visual</a:t>
            </a:r>
            <a:r>
              <a:rPr lang="zh-CN" altLang="en-US" dirty="0"/>
              <a:t> </a:t>
            </a:r>
            <a:r>
              <a:rPr lang="en-US" altLang="zh-CN" dirty="0"/>
              <a:t>similarity,</a:t>
            </a:r>
            <a:r>
              <a:rPr lang="zh-CN" altLang="en-US" dirty="0"/>
              <a:t> </a:t>
            </a:r>
            <a:r>
              <a:rPr lang="en-US" altLang="zh-CN" dirty="0"/>
              <a:t>what</a:t>
            </a:r>
            <a:r>
              <a:rPr lang="zh-CN" altLang="en-US" dirty="0"/>
              <a:t> </a:t>
            </a:r>
            <a:r>
              <a:rPr lang="en-US" altLang="zh-CN" dirty="0"/>
              <a:t>is</a:t>
            </a:r>
            <a:r>
              <a:rPr lang="zh-CN" altLang="en-US" dirty="0"/>
              <a:t> </a:t>
            </a:r>
            <a:r>
              <a:rPr lang="en-US" altLang="zh-CN" dirty="0"/>
              <a:t>the</a:t>
            </a:r>
            <a:r>
              <a:rPr lang="zh-CN" altLang="en-US" dirty="0"/>
              <a:t> </a:t>
            </a:r>
            <a:r>
              <a:rPr lang="en-US" altLang="zh-CN" dirty="0"/>
              <a:t>legacy</a:t>
            </a:r>
            <a:r>
              <a:rPr lang="zh-CN" altLang="en-US" dirty="0"/>
              <a:t> </a:t>
            </a:r>
            <a:r>
              <a:rPr lang="en-US" altLang="zh-CN" dirty="0"/>
              <a:t>of</a:t>
            </a:r>
            <a:r>
              <a:rPr lang="zh-CN" altLang="en-US" dirty="0"/>
              <a:t> </a:t>
            </a:r>
            <a:r>
              <a:rPr lang="en-US" altLang="zh-CN" dirty="0"/>
              <a:t>this</a:t>
            </a:r>
            <a:r>
              <a:rPr lang="zh-CN" altLang="en-US" dirty="0"/>
              <a:t> </a:t>
            </a:r>
            <a:r>
              <a:rPr lang="en-US" altLang="zh-CN" dirty="0"/>
              <a:t>painting?</a:t>
            </a:r>
            <a:r>
              <a:rPr lang="zh-CN" altLang="en-US" dirty="0"/>
              <a:t> </a:t>
            </a:r>
            <a:endParaRPr lang="en-US" altLang="zh-CN" dirty="0"/>
          </a:p>
          <a:p>
            <a:r>
              <a:rPr lang="en-US" altLang="zh-CN" dirty="0"/>
              <a:t>Scroll</a:t>
            </a:r>
            <a:r>
              <a:rPr lang="zh-CN" altLang="en-US" dirty="0"/>
              <a:t> </a:t>
            </a:r>
            <a:r>
              <a:rPr lang="en-US" altLang="zh-CN" dirty="0"/>
              <a:t>as</a:t>
            </a:r>
            <a:r>
              <a:rPr lang="zh-CN" altLang="en-US" dirty="0"/>
              <a:t> </a:t>
            </a:r>
            <a:r>
              <a:rPr lang="en-US" altLang="zh-CN" dirty="0"/>
              <a:t>precious</a:t>
            </a:r>
            <a:r>
              <a:rPr lang="zh-CN" altLang="en-US" dirty="0"/>
              <a:t> </a:t>
            </a:r>
            <a:r>
              <a:rPr lang="en-US" altLang="zh-CN" dirty="0"/>
              <a:t>artifact</a:t>
            </a:r>
            <a:r>
              <a:rPr lang="zh-CN" altLang="en-US" dirty="0"/>
              <a:t> </a:t>
            </a:r>
            <a:r>
              <a:rPr lang="en-US" altLang="zh-CN" dirty="0"/>
              <a:t>/</a:t>
            </a:r>
            <a:r>
              <a:rPr lang="zh-CN" altLang="en-US" dirty="0"/>
              <a:t> </a:t>
            </a:r>
            <a:r>
              <a:rPr lang="en-US" altLang="zh-CN" dirty="0"/>
              <a:t>representative</a:t>
            </a:r>
            <a:r>
              <a:rPr lang="zh-CN" altLang="en-US" dirty="0"/>
              <a:t> </a:t>
            </a:r>
            <a:r>
              <a:rPr lang="en-US" altLang="zh-CN" dirty="0"/>
              <a:t>example</a:t>
            </a:r>
            <a:r>
              <a:rPr lang="zh-CN" altLang="en-US" dirty="0"/>
              <a:t> </a:t>
            </a:r>
            <a:r>
              <a:rPr lang="en-US" altLang="zh-CN" dirty="0"/>
              <a:t>of</a:t>
            </a:r>
            <a:r>
              <a:rPr lang="zh-CN" altLang="en-US" dirty="0"/>
              <a:t> </a:t>
            </a:r>
            <a:r>
              <a:rPr lang="en-US" altLang="zh-CN" dirty="0"/>
              <a:t>picture</a:t>
            </a:r>
            <a:r>
              <a:rPr lang="zh-CN" altLang="en-US" dirty="0"/>
              <a:t> </a:t>
            </a:r>
            <a:r>
              <a:rPr lang="en-US" altLang="zh-CN" dirty="0"/>
              <a:t>scroll</a:t>
            </a:r>
            <a:r>
              <a:rPr lang="zh-CN" altLang="en-US" dirty="0"/>
              <a:t> </a:t>
            </a:r>
            <a:r>
              <a:rPr lang="en-US" altLang="zh-CN" dirty="0"/>
              <a:t>from</a:t>
            </a:r>
          </a:p>
          <a:p>
            <a:r>
              <a:rPr lang="en-US" altLang="zh-CN" dirty="0"/>
              <a:t>Image</a:t>
            </a:r>
            <a:r>
              <a:rPr lang="zh-CN" altLang="en-US" dirty="0"/>
              <a:t> </a:t>
            </a:r>
            <a:r>
              <a:rPr lang="en-US" altLang="zh-CN" dirty="0"/>
              <a:t>that</a:t>
            </a:r>
            <a:r>
              <a:rPr lang="zh-CN" altLang="en-US" dirty="0"/>
              <a:t> </a:t>
            </a:r>
            <a:r>
              <a:rPr lang="en-US" altLang="zh-CN" dirty="0"/>
              <a:t>captures</a:t>
            </a:r>
            <a:r>
              <a:rPr lang="zh-CN" altLang="en-US" dirty="0"/>
              <a:t> </a:t>
            </a:r>
            <a:r>
              <a:rPr lang="en-US" altLang="zh-CN" dirty="0"/>
              <a:t>idealized</a:t>
            </a:r>
            <a:r>
              <a:rPr lang="zh-CN" altLang="en-US" dirty="0"/>
              <a:t> </a:t>
            </a:r>
            <a:r>
              <a:rPr lang="en-US" altLang="zh-CN" dirty="0"/>
              <a:t>atmosphere</a:t>
            </a:r>
            <a:r>
              <a:rPr lang="zh-CN" altLang="en-US" dirty="0"/>
              <a:t> </a:t>
            </a:r>
            <a:r>
              <a:rPr lang="en-US" altLang="zh-CN" dirty="0"/>
              <a:t>of</a:t>
            </a:r>
            <a:r>
              <a:rPr lang="zh-CN" altLang="en-US" dirty="0"/>
              <a:t> </a:t>
            </a:r>
            <a:r>
              <a:rPr lang="en-US" altLang="zh-CN" dirty="0"/>
              <a:t>Song</a:t>
            </a:r>
            <a:r>
              <a:rPr lang="zh-CN" altLang="en-US" dirty="0"/>
              <a:t> </a:t>
            </a:r>
            <a:r>
              <a:rPr lang="en-US" altLang="zh-TW" dirty="0"/>
              <a:t>period</a:t>
            </a:r>
            <a:endParaRPr lang="en-US" altLang="zh-CN" dirty="0"/>
          </a:p>
          <a:p>
            <a:r>
              <a:rPr lang="en-US" altLang="zh-CN" dirty="0"/>
              <a:t>Detailed</a:t>
            </a:r>
            <a:r>
              <a:rPr lang="zh-CN" altLang="en-US" dirty="0"/>
              <a:t> </a:t>
            </a:r>
            <a:r>
              <a:rPr lang="en-US" altLang="zh-CN" dirty="0"/>
              <a:t>spectrum</a:t>
            </a:r>
            <a:r>
              <a:rPr lang="zh-CN" altLang="en-US" dirty="0"/>
              <a:t> </a:t>
            </a:r>
            <a:r>
              <a:rPr lang="en-US" altLang="zh-CN" dirty="0"/>
              <a:t>of</a:t>
            </a:r>
            <a:r>
              <a:rPr lang="zh-CN" altLang="en-US" dirty="0"/>
              <a:t> </a:t>
            </a:r>
            <a:r>
              <a:rPr lang="en-US" altLang="zh-CN" dirty="0"/>
              <a:t>premodern</a:t>
            </a:r>
            <a:r>
              <a:rPr lang="zh-CN" altLang="en-US" dirty="0"/>
              <a:t> </a:t>
            </a:r>
            <a:r>
              <a:rPr lang="en-US" altLang="zh-CN" dirty="0"/>
              <a:t>practices,</a:t>
            </a:r>
            <a:r>
              <a:rPr lang="zh-CN" altLang="en-US" dirty="0"/>
              <a:t> </a:t>
            </a:r>
            <a:r>
              <a:rPr lang="en-US" altLang="zh-CN" dirty="0"/>
              <a:t>aesthetics,</a:t>
            </a:r>
            <a:r>
              <a:rPr lang="zh-CN" altLang="en-US" dirty="0"/>
              <a:t> </a:t>
            </a:r>
            <a:r>
              <a:rPr lang="en-US" altLang="zh-CN" dirty="0"/>
              <a:t>etc.</a:t>
            </a:r>
          </a:p>
          <a:p>
            <a:r>
              <a:rPr lang="en-US" altLang="zh-CN" dirty="0"/>
              <a:t>Lively</a:t>
            </a:r>
            <a:r>
              <a:rPr lang="zh-CN" altLang="en-US" dirty="0"/>
              <a:t> </a:t>
            </a:r>
            <a:r>
              <a:rPr lang="en-US" altLang="zh-CN" dirty="0"/>
              <a:t>but</a:t>
            </a:r>
            <a:r>
              <a:rPr lang="zh-CN" altLang="en-US" dirty="0"/>
              <a:t> </a:t>
            </a:r>
            <a:r>
              <a:rPr lang="en-US" altLang="zh-CN" dirty="0"/>
              <a:t>peaceful</a:t>
            </a:r>
            <a:r>
              <a:rPr lang="zh-CN" altLang="en-US" dirty="0"/>
              <a:t> </a:t>
            </a:r>
            <a:r>
              <a:rPr lang="en-US" altLang="zh-CN" dirty="0"/>
              <a:t>urban</a:t>
            </a:r>
            <a:r>
              <a:rPr lang="zh-CN" altLang="en-US" dirty="0"/>
              <a:t> </a:t>
            </a:r>
            <a:r>
              <a:rPr lang="en-US" altLang="zh-CN" dirty="0"/>
              <a:t>environment</a:t>
            </a:r>
          </a:p>
          <a:p>
            <a:r>
              <a:rPr lang="en-US" altLang="zh-TW" dirty="0"/>
              <a:t>Note</a:t>
            </a:r>
            <a:r>
              <a:rPr lang="zh-TW" altLang="en-US" dirty="0"/>
              <a:t> </a:t>
            </a:r>
            <a:r>
              <a:rPr lang="en-US" altLang="zh-TW" dirty="0"/>
              <a:t>how</a:t>
            </a:r>
            <a:r>
              <a:rPr lang="zh-TW" altLang="en-US" dirty="0"/>
              <a:t> </a:t>
            </a:r>
            <a:r>
              <a:rPr lang="en-US" altLang="zh-TW" dirty="0"/>
              <a:t>these</a:t>
            </a:r>
            <a:r>
              <a:rPr lang="zh-TW" altLang="en-US" dirty="0"/>
              <a:t> </a:t>
            </a:r>
            <a:r>
              <a:rPr lang="en-US" altLang="zh-TW" dirty="0"/>
              <a:t>do</a:t>
            </a:r>
            <a:r>
              <a:rPr lang="zh-TW" altLang="en-US" dirty="0"/>
              <a:t> </a:t>
            </a:r>
            <a:r>
              <a:rPr lang="en-US" altLang="zh-TW" dirty="0"/>
              <a:t>not</a:t>
            </a:r>
            <a:r>
              <a:rPr lang="zh-TW" altLang="en-US" dirty="0"/>
              <a:t> </a:t>
            </a:r>
            <a:r>
              <a:rPr lang="en-US" altLang="zh-TW" dirty="0"/>
              <a:t>depend</a:t>
            </a:r>
            <a:r>
              <a:rPr lang="zh-TW" altLang="en-US" dirty="0"/>
              <a:t> </a:t>
            </a:r>
            <a:r>
              <a:rPr lang="en-US" altLang="zh-TW" dirty="0"/>
              <a:t>on</a:t>
            </a:r>
            <a:r>
              <a:rPr lang="zh-TW" altLang="en-US" dirty="0"/>
              <a:t> </a:t>
            </a:r>
            <a:r>
              <a:rPr lang="en-US" altLang="zh-TW" dirty="0"/>
              <a:t>resolving</a:t>
            </a:r>
            <a:r>
              <a:rPr lang="zh-TW" altLang="en-US" dirty="0"/>
              <a:t> </a:t>
            </a:r>
            <a:r>
              <a:rPr lang="en-US" altLang="zh-TW" dirty="0"/>
              <a:t>the</a:t>
            </a:r>
            <a:r>
              <a:rPr lang="zh-TW" altLang="en-US" dirty="0"/>
              <a:t> </a:t>
            </a:r>
            <a:r>
              <a:rPr lang="en-US" altLang="zh-TW" dirty="0"/>
              <a:t>questions</a:t>
            </a:r>
            <a:r>
              <a:rPr lang="zh-TW" altLang="en-US" dirty="0"/>
              <a:t> </a:t>
            </a:r>
            <a:r>
              <a:rPr lang="en-US" altLang="zh-TW" dirty="0"/>
              <a:t>scholars</a:t>
            </a:r>
            <a:r>
              <a:rPr lang="zh-TW" altLang="en-US" dirty="0"/>
              <a:t> </a:t>
            </a:r>
            <a:r>
              <a:rPr lang="en-US" altLang="zh-TW" dirty="0"/>
              <a:t>continue</a:t>
            </a:r>
            <a:r>
              <a:rPr lang="zh-TW" altLang="en-US" dirty="0"/>
              <a:t> </a:t>
            </a:r>
            <a:r>
              <a:rPr lang="en-US" altLang="zh-TW" dirty="0"/>
              <a:t>to</a:t>
            </a:r>
            <a:r>
              <a:rPr lang="zh-TW" altLang="en-US" dirty="0"/>
              <a:t> </a:t>
            </a:r>
            <a:r>
              <a:rPr lang="en-US" altLang="zh-TW" dirty="0"/>
              <a:t>debate</a:t>
            </a:r>
            <a:endParaRPr lang="en-US" altLang="zh-CN" dirty="0"/>
          </a:p>
          <a:p>
            <a:r>
              <a:rPr lang="en-US" altLang="zh-TW" dirty="0"/>
              <a:t>Other</a:t>
            </a:r>
            <a:r>
              <a:rPr lang="zh-TW" altLang="en-US" dirty="0"/>
              <a:t> </a:t>
            </a:r>
            <a:r>
              <a:rPr lang="en-US" altLang="zh-TW" dirty="0"/>
              <a:t>factors?</a:t>
            </a:r>
            <a:endParaRPr lang="en-CA" dirty="0"/>
          </a:p>
        </p:txBody>
      </p:sp>
    </p:spTree>
    <p:extLst>
      <p:ext uri="{BB962C8B-B14F-4D97-AF65-F5344CB8AC3E}">
        <p14:creationId xmlns:p14="http://schemas.microsoft.com/office/powerpoint/2010/main" val="391059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0572C-D9A0-AEFA-7BD5-85850538D50F}"/>
              </a:ext>
            </a:extLst>
          </p:cNvPr>
          <p:cNvSpPr>
            <a:spLocks noGrp="1"/>
          </p:cNvSpPr>
          <p:nvPr>
            <p:ph type="title"/>
          </p:nvPr>
        </p:nvSpPr>
        <p:spPr/>
        <p:txBody>
          <a:bodyPr/>
          <a:lstStyle/>
          <a:p>
            <a:r>
              <a:rPr lang="en-US" altLang="zh-CN" dirty="0"/>
              <a:t>Heritage</a:t>
            </a:r>
            <a:endParaRPr lang="en-CA" dirty="0"/>
          </a:p>
        </p:txBody>
      </p:sp>
      <p:sp>
        <p:nvSpPr>
          <p:cNvPr id="3" name="Content Placeholder 2">
            <a:extLst>
              <a:ext uri="{FF2B5EF4-FFF2-40B4-BE49-F238E27FC236}">
                <a16:creationId xmlns:a16="http://schemas.microsoft.com/office/drawing/2014/main" id="{0F26CEA5-7CE0-9ABC-C43C-B42744A70CC2}"/>
              </a:ext>
            </a:extLst>
          </p:cNvPr>
          <p:cNvSpPr>
            <a:spLocks noGrp="1"/>
          </p:cNvSpPr>
          <p:nvPr>
            <p:ph idx="1"/>
          </p:nvPr>
        </p:nvSpPr>
        <p:spPr>
          <a:xfrm>
            <a:off x="2589212" y="1905000"/>
            <a:ext cx="8915400" cy="4410635"/>
          </a:xfrm>
        </p:spPr>
        <p:txBody>
          <a:bodyPr>
            <a:normAutofit/>
          </a:bodyPr>
          <a:lstStyle/>
          <a:p>
            <a:r>
              <a:rPr lang="en-US" altLang="zh-CN" dirty="0"/>
              <a:t>UNESCO</a:t>
            </a:r>
            <a:r>
              <a:rPr lang="zh-CN" altLang="en-US" dirty="0"/>
              <a:t> </a:t>
            </a:r>
            <a:r>
              <a:rPr lang="en-US" altLang="zh-CN" dirty="0"/>
              <a:t>and</a:t>
            </a:r>
            <a:r>
              <a:rPr lang="zh-CN" altLang="en-US" dirty="0"/>
              <a:t> </a:t>
            </a:r>
            <a:r>
              <a:rPr lang="en-US" altLang="zh-CN" dirty="0"/>
              <a:t>‘internationally</a:t>
            </a:r>
            <a:r>
              <a:rPr lang="zh-CN" altLang="en-US" dirty="0"/>
              <a:t> </a:t>
            </a:r>
            <a:r>
              <a:rPr lang="en-US" altLang="zh-CN" dirty="0"/>
              <a:t>recognized’</a:t>
            </a:r>
            <a:r>
              <a:rPr lang="zh-CN" altLang="en-US" dirty="0"/>
              <a:t> </a:t>
            </a:r>
            <a:r>
              <a:rPr lang="en-US" altLang="zh-CN" dirty="0"/>
              <a:t>heritage</a:t>
            </a:r>
          </a:p>
          <a:p>
            <a:r>
              <a:rPr lang="en-US" altLang="zh-CN" dirty="0"/>
              <a:t>Other</a:t>
            </a:r>
            <a:r>
              <a:rPr lang="zh-CN" altLang="en-US" dirty="0"/>
              <a:t> </a:t>
            </a:r>
            <a:r>
              <a:rPr lang="en-US" altLang="zh-CN" dirty="0"/>
              <a:t>agencies,</a:t>
            </a:r>
            <a:r>
              <a:rPr lang="zh-CN" altLang="en-US" dirty="0"/>
              <a:t> </a:t>
            </a:r>
            <a:r>
              <a:rPr lang="en-US" altLang="zh-CN" dirty="0"/>
              <a:t>patterns:</a:t>
            </a:r>
            <a:r>
              <a:rPr lang="zh-CN" altLang="en-US" dirty="0"/>
              <a:t> </a:t>
            </a:r>
            <a:r>
              <a:rPr lang="en-US" altLang="zh-CN" dirty="0"/>
              <a:t>National,</a:t>
            </a:r>
            <a:r>
              <a:rPr lang="zh-CN" altLang="en-US" dirty="0"/>
              <a:t> </a:t>
            </a:r>
            <a:r>
              <a:rPr lang="en-US" altLang="zh-CN" dirty="0"/>
              <a:t>regional</a:t>
            </a:r>
            <a:r>
              <a:rPr lang="zh-CN" altLang="en-US" dirty="0"/>
              <a:t> </a:t>
            </a:r>
            <a:r>
              <a:rPr lang="en-US" altLang="zh-CN" dirty="0"/>
              <a:t>governments,</a:t>
            </a:r>
            <a:r>
              <a:rPr lang="zh-CN" altLang="en-US" dirty="0"/>
              <a:t> </a:t>
            </a:r>
            <a:r>
              <a:rPr lang="en-US" altLang="zh-CN" dirty="0"/>
              <a:t>etc.</a:t>
            </a:r>
          </a:p>
          <a:p>
            <a:pPr lvl="1"/>
            <a:r>
              <a:rPr lang="en-US" altLang="zh-CN" dirty="0"/>
              <a:t>Preservation,</a:t>
            </a:r>
            <a:r>
              <a:rPr lang="zh-CN" altLang="en-US" dirty="0"/>
              <a:t> </a:t>
            </a:r>
            <a:r>
              <a:rPr lang="en-US" altLang="zh-CN" dirty="0"/>
              <a:t>promotion,</a:t>
            </a:r>
            <a:r>
              <a:rPr lang="zh-CN" altLang="en-US" dirty="0"/>
              <a:t> </a:t>
            </a:r>
            <a:r>
              <a:rPr lang="en-US" altLang="zh-CN" dirty="0"/>
              <a:t>maintenance,</a:t>
            </a:r>
            <a:r>
              <a:rPr lang="zh-CN" altLang="en-US" dirty="0"/>
              <a:t> </a:t>
            </a:r>
            <a:r>
              <a:rPr lang="en-US" altLang="zh-TW" dirty="0"/>
              <a:t>but</a:t>
            </a:r>
            <a:r>
              <a:rPr lang="zh-TW" altLang="en-US" dirty="0"/>
              <a:t> </a:t>
            </a:r>
            <a:r>
              <a:rPr lang="en-US" altLang="zh-TW" dirty="0"/>
              <a:t>also...</a:t>
            </a:r>
          </a:p>
          <a:p>
            <a:pPr lvl="1"/>
            <a:r>
              <a:rPr lang="en-US" altLang="zh-CN" dirty="0"/>
              <a:t>Shared</a:t>
            </a:r>
            <a:r>
              <a:rPr lang="zh-CN" altLang="en-US" dirty="0"/>
              <a:t> </a:t>
            </a:r>
            <a:r>
              <a:rPr lang="en-US" altLang="zh-CN" dirty="0"/>
              <a:t>sense</a:t>
            </a:r>
            <a:r>
              <a:rPr lang="zh-CN" altLang="en-US" dirty="0"/>
              <a:t> </a:t>
            </a:r>
            <a:r>
              <a:rPr lang="en-US" altLang="zh-CN" dirty="0"/>
              <a:t>of</a:t>
            </a:r>
            <a:r>
              <a:rPr lang="zh-CN" altLang="en-US" dirty="0"/>
              <a:t> </a:t>
            </a:r>
            <a:r>
              <a:rPr lang="en-US" altLang="zh-CN" dirty="0"/>
              <a:t>inherited</a:t>
            </a:r>
            <a:r>
              <a:rPr lang="zh-CN" altLang="en-US" dirty="0"/>
              <a:t> </a:t>
            </a:r>
            <a:r>
              <a:rPr lang="en-US" altLang="zh-CN" dirty="0"/>
              <a:t>culture,</a:t>
            </a:r>
            <a:r>
              <a:rPr lang="zh-CN" altLang="en-US" dirty="0"/>
              <a:t> </a:t>
            </a:r>
            <a:r>
              <a:rPr lang="en-US" altLang="zh-CN" dirty="0"/>
              <a:t>identity,</a:t>
            </a:r>
            <a:r>
              <a:rPr lang="zh-CN" altLang="en-US" dirty="0"/>
              <a:t> </a:t>
            </a:r>
            <a:r>
              <a:rPr lang="en-US" altLang="zh-CN" dirty="0"/>
              <a:t>but</a:t>
            </a:r>
            <a:r>
              <a:rPr lang="zh-CN" altLang="en-US" dirty="0"/>
              <a:t> </a:t>
            </a:r>
            <a:r>
              <a:rPr lang="en-US" altLang="zh-CN" dirty="0"/>
              <a:t>for</a:t>
            </a:r>
            <a:r>
              <a:rPr lang="zh-CN" altLang="en-US" dirty="0"/>
              <a:t> </a:t>
            </a:r>
            <a:r>
              <a:rPr lang="en-US" altLang="zh-CN" dirty="0"/>
              <a:t>who?</a:t>
            </a:r>
            <a:r>
              <a:rPr lang="zh-CN" altLang="en-US" dirty="0"/>
              <a:t> </a:t>
            </a:r>
            <a:r>
              <a:rPr lang="en-US" altLang="zh-CN" dirty="0"/>
              <a:t>Why?</a:t>
            </a:r>
            <a:r>
              <a:rPr lang="zh-CN" altLang="en-US" dirty="0"/>
              <a:t> </a:t>
            </a:r>
            <a:r>
              <a:rPr lang="en-US" altLang="zh-CN" dirty="0"/>
              <a:t>Which</a:t>
            </a:r>
            <a:r>
              <a:rPr lang="zh-CN" altLang="en-US" dirty="0"/>
              <a:t> </a:t>
            </a:r>
            <a:r>
              <a:rPr lang="en-US" altLang="zh-CN" dirty="0"/>
              <a:t>version</a:t>
            </a:r>
            <a:r>
              <a:rPr lang="zh-CN" altLang="en-US" dirty="0"/>
              <a:t> </a:t>
            </a:r>
            <a:r>
              <a:rPr lang="en-US" altLang="zh-CN" dirty="0"/>
              <a:t>of</a:t>
            </a:r>
            <a:r>
              <a:rPr lang="zh-CN" altLang="en-US" dirty="0"/>
              <a:t> </a:t>
            </a:r>
            <a:r>
              <a:rPr lang="en-US" altLang="zh-CN" dirty="0"/>
              <a:t>history?</a:t>
            </a:r>
          </a:p>
          <a:p>
            <a:pPr lvl="1"/>
            <a:r>
              <a:rPr lang="en-US" altLang="zh-CN" dirty="0"/>
              <a:t>Consider</a:t>
            </a:r>
            <a:r>
              <a:rPr lang="zh-CN" altLang="en-US" dirty="0"/>
              <a:t> </a:t>
            </a:r>
            <a:r>
              <a:rPr lang="en-US" altLang="zh-CN" dirty="0"/>
              <a:t>in</a:t>
            </a:r>
            <a:r>
              <a:rPr lang="zh-CN" altLang="en-US" dirty="0"/>
              <a:t> </a:t>
            </a:r>
            <a:r>
              <a:rPr lang="en-US" altLang="zh-CN" dirty="0"/>
              <a:t>relation</a:t>
            </a:r>
            <a:r>
              <a:rPr lang="zh-CN" altLang="en-US" dirty="0"/>
              <a:t> </a:t>
            </a:r>
            <a:r>
              <a:rPr lang="en-US" altLang="zh-CN" dirty="0"/>
              <a:t>to</a:t>
            </a:r>
            <a:r>
              <a:rPr lang="zh-CN" altLang="en-US" dirty="0"/>
              <a:t> </a:t>
            </a:r>
            <a:r>
              <a:rPr lang="en-US" altLang="zh-CN" dirty="0"/>
              <a:t>‘Invented</a:t>
            </a:r>
            <a:r>
              <a:rPr lang="zh-CN" altLang="en-US" dirty="0"/>
              <a:t> </a:t>
            </a:r>
            <a:r>
              <a:rPr lang="en-US" altLang="zh-CN" dirty="0"/>
              <a:t>Traditions’:</a:t>
            </a:r>
            <a:r>
              <a:rPr lang="zh-CN" altLang="en-US" dirty="0"/>
              <a:t> </a:t>
            </a:r>
            <a:r>
              <a:rPr lang="en-US" altLang="zh-CN" dirty="0"/>
              <a:t>Overlapping</a:t>
            </a:r>
            <a:r>
              <a:rPr lang="zh-CN" altLang="en-US" dirty="0"/>
              <a:t> </a:t>
            </a:r>
            <a:r>
              <a:rPr lang="en-US" altLang="zh-CN" dirty="0"/>
              <a:t>goals,</a:t>
            </a:r>
            <a:r>
              <a:rPr lang="zh-CN" altLang="en-US" dirty="0"/>
              <a:t> </a:t>
            </a:r>
            <a:r>
              <a:rPr lang="en-US" altLang="zh-CN" dirty="0"/>
              <a:t>outcomes,</a:t>
            </a:r>
            <a:r>
              <a:rPr lang="zh-CN" altLang="en-US" dirty="0"/>
              <a:t> </a:t>
            </a:r>
            <a:r>
              <a:rPr lang="en-US" altLang="zh-CN" dirty="0"/>
              <a:t>etc.</a:t>
            </a:r>
          </a:p>
          <a:p>
            <a:r>
              <a:rPr lang="en-US" altLang="zh-CN" dirty="0"/>
              <a:t>‘Heritage’</a:t>
            </a:r>
            <a:r>
              <a:rPr lang="zh-CN" altLang="en-US" dirty="0"/>
              <a:t> </a:t>
            </a:r>
            <a:r>
              <a:rPr lang="en-US" altLang="zh-CN" dirty="0"/>
              <a:t>without</a:t>
            </a:r>
            <a:r>
              <a:rPr lang="zh-CN" altLang="en-US" dirty="0"/>
              <a:t> </a:t>
            </a:r>
            <a:r>
              <a:rPr lang="en-US" altLang="zh-CN" dirty="0"/>
              <a:t>‘official’</a:t>
            </a:r>
            <a:r>
              <a:rPr lang="zh-CN" altLang="en-US" dirty="0"/>
              <a:t> </a:t>
            </a:r>
            <a:r>
              <a:rPr lang="en-US" altLang="zh-CN" dirty="0"/>
              <a:t>recognition?</a:t>
            </a:r>
            <a:r>
              <a:rPr lang="zh-CN" altLang="en-US" dirty="0"/>
              <a:t> </a:t>
            </a:r>
            <a:endParaRPr lang="en-US" altLang="zh-CN" dirty="0"/>
          </a:p>
          <a:p>
            <a:pPr lvl="1"/>
            <a:r>
              <a:rPr lang="en-US" altLang="zh-CN" dirty="0"/>
              <a:t>“legacy from the past</a:t>
            </a:r>
            <a:r>
              <a:rPr lang="zh-CN" altLang="en-US" dirty="0"/>
              <a:t> </a:t>
            </a:r>
            <a:r>
              <a:rPr lang="en-US" altLang="zh-CN" dirty="0"/>
              <a:t>that</a:t>
            </a:r>
            <a:r>
              <a:rPr lang="zh-CN" altLang="en-US" dirty="0"/>
              <a:t> </a:t>
            </a:r>
            <a:r>
              <a:rPr lang="en-US" altLang="zh-CN" dirty="0"/>
              <a:t>we live with today and we pass on to future generations”</a:t>
            </a:r>
            <a:r>
              <a:rPr lang="en-US" altLang="zh-TW" dirty="0"/>
              <a:t>?</a:t>
            </a:r>
            <a:r>
              <a:rPr lang="zh-TW" altLang="en-US" dirty="0"/>
              <a:t> </a:t>
            </a:r>
            <a:endParaRPr lang="en-US" altLang="zh-TW" dirty="0"/>
          </a:p>
          <a:p>
            <a:pPr lvl="1"/>
            <a:r>
              <a:rPr lang="en-US" altLang="zh-TW" dirty="0"/>
              <a:t>How</a:t>
            </a:r>
            <a:r>
              <a:rPr lang="zh-TW" altLang="en-US" dirty="0"/>
              <a:t> </a:t>
            </a:r>
            <a:r>
              <a:rPr lang="en-US" altLang="zh-TW" dirty="0"/>
              <a:t>else</a:t>
            </a:r>
            <a:r>
              <a:rPr lang="zh-TW" altLang="en-US" dirty="0"/>
              <a:t> </a:t>
            </a:r>
            <a:r>
              <a:rPr lang="en-US" altLang="zh-TW" dirty="0"/>
              <a:t>can</a:t>
            </a:r>
            <a:r>
              <a:rPr lang="zh-TW" altLang="en-US" dirty="0"/>
              <a:t> </a:t>
            </a:r>
            <a:r>
              <a:rPr lang="en-US" altLang="zh-TW" dirty="0"/>
              <a:t>we</a:t>
            </a:r>
            <a:r>
              <a:rPr lang="zh-TW" altLang="en-US" dirty="0"/>
              <a:t> </a:t>
            </a:r>
            <a:r>
              <a:rPr lang="en-US" altLang="zh-TW" dirty="0"/>
              <a:t>interpret</a:t>
            </a:r>
            <a:r>
              <a:rPr lang="zh-TW" altLang="en-US" dirty="0"/>
              <a:t> </a:t>
            </a:r>
            <a:r>
              <a:rPr lang="en-US" altLang="zh-TW" dirty="0"/>
              <a:t>this?</a:t>
            </a:r>
            <a:r>
              <a:rPr lang="zh-TW" altLang="en-US" dirty="0"/>
              <a:t> </a:t>
            </a:r>
            <a:r>
              <a:rPr lang="en-US" altLang="zh-CN" dirty="0"/>
              <a:t>Does</a:t>
            </a:r>
            <a:r>
              <a:rPr lang="zh-CN" altLang="en-US" dirty="0"/>
              <a:t> </a:t>
            </a:r>
            <a:r>
              <a:rPr lang="en-US" altLang="zh-TW" dirty="0"/>
              <a:t>it</a:t>
            </a:r>
            <a:r>
              <a:rPr lang="zh-CN" altLang="en-US" dirty="0"/>
              <a:t> </a:t>
            </a:r>
            <a:r>
              <a:rPr lang="en-US" altLang="zh-CN" dirty="0"/>
              <a:t>require</a:t>
            </a:r>
            <a:r>
              <a:rPr lang="zh-CN" altLang="en-US" dirty="0"/>
              <a:t> </a:t>
            </a:r>
            <a:r>
              <a:rPr lang="en-US" altLang="zh-CN" dirty="0"/>
              <a:t>national/international</a:t>
            </a:r>
            <a:r>
              <a:rPr lang="zh-CN" altLang="en-US" dirty="0"/>
              <a:t> </a:t>
            </a:r>
            <a:r>
              <a:rPr lang="en-US" altLang="zh-CN" dirty="0"/>
              <a:t>recognition?</a:t>
            </a:r>
            <a:r>
              <a:rPr lang="zh-CN" altLang="en-US" dirty="0"/>
              <a:t> </a:t>
            </a:r>
            <a:endParaRPr lang="en-US" altLang="zh-CN" dirty="0"/>
          </a:p>
          <a:p>
            <a:pPr lvl="1"/>
            <a:r>
              <a:rPr lang="en-US" altLang="zh-CN" dirty="0"/>
              <a:t>Who</a:t>
            </a:r>
            <a:r>
              <a:rPr lang="zh-CN" altLang="en-US" dirty="0"/>
              <a:t> </a:t>
            </a:r>
            <a:r>
              <a:rPr lang="en-US" altLang="zh-CN" dirty="0"/>
              <a:t>else</a:t>
            </a:r>
            <a:r>
              <a:rPr lang="zh-CN" altLang="en-US" dirty="0"/>
              <a:t> </a:t>
            </a:r>
            <a:r>
              <a:rPr lang="en-US" altLang="zh-CN" dirty="0"/>
              <a:t>can</a:t>
            </a:r>
            <a:r>
              <a:rPr lang="zh-CN" altLang="en-US" dirty="0"/>
              <a:t> </a:t>
            </a:r>
            <a:r>
              <a:rPr lang="en-US" altLang="zh-CN" dirty="0"/>
              <a:t>recognize</a:t>
            </a:r>
            <a:r>
              <a:rPr lang="zh-CN" altLang="en-US" dirty="0"/>
              <a:t> </a:t>
            </a:r>
            <a:r>
              <a:rPr lang="en-US" altLang="zh-CN" dirty="0"/>
              <a:t>/</a:t>
            </a:r>
            <a:r>
              <a:rPr lang="zh-CN" altLang="en-US" dirty="0"/>
              <a:t> </a:t>
            </a:r>
            <a:r>
              <a:rPr lang="en-US" altLang="zh-CN" dirty="0"/>
              <a:t>create</a:t>
            </a:r>
            <a:r>
              <a:rPr lang="zh-CN" altLang="en-US" dirty="0"/>
              <a:t> </a:t>
            </a:r>
            <a:r>
              <a:rPr lang="en-US" altLang="zh-CN" dirty="0"/>
              <a:t>/</a:t>
            </a:r>
            <a:r>
              <a:rPr lang="zh-CN" altLang="en-US" dirty="0"/>
              <a:t> </a:t>
            </a:r>
            <a:r>
              <a:rPr lang="en-US" altLang="zh-CN" dirty="0"/>
              <a:t>participate</a:t>
            </a:r>
            <a:r>
              <a:rPr lang="zh-CN" altLang="en-US" dirty="0"/>
              <a:t> </a:t>
            </a:r>
            <a:r>
              <a:rPr lang="en-US" altLang="zh-CN" dirty="0"/>
              <a:t>in</a:t>
            </a:r>
            <a:r>
              <a:rPr lang="zh-CN" altLang="en-US" dirty="0"/>
              <a:t> </a:t>
            </a:r>
            <a:r>
              <a:rPr lang="en-US" altLang="zh-CN" dirty="0"/>
              <a:t>heritage?</a:t>
            </a:r>
            <a:r>
              <a:rPr lang="zh-CN" altLang="en-US" dirty="0"/>
              <a:t> </a:t>
            </a:r>
            <a:endParaRPr lang="en-US" altLang="zh-CN" dirty="0"/>
          </a:p>
          <a:p>
            <a:pPr lvl="1"/>
            <a:r>
              <a:rPr lang="en-US" altLang="zh-CN" dirty="0"/>
              <a:t>Individual,</a:t>
            </a:r>
            <a:r>
              <a:rPr lang="zh-CN" altLang="en-US" dirty="0"/>
              <a:t> </a:t>
            </a:r>
            <a:r>
              <a:rPr lang="en-US" altLang="zh-CN" dirty="0"/>
              <a:t>family,</a:t>
            </a:r>
            <a:r>
              <a:rPr lang="zh-CN" altLang="en-US" dirty="0"/>
              <a:t> </a:t>
            </a:r>
            <a:r>
              <a:rPr lang="en-US" altLang="zh-CN" dirty="0"/>
              <a:t>community,</a:t>
            </a:r>
            <a:r>
              <a:rPr lang="zh-CN" altLang="en-US" dirty="0"/>
              <a:t> </a:t>
            </a:r>
            <a:r>
              <a:rPr lang="en-US" altLang="zh-CN" dirty="0"/>
              <a:t>commercial,</a:t>
            </a:r>
            <a:r>
              <a:rPr lang="zh-CN" altLang="en-US" dirty="0"/>
              <a:t> </a:t>
            </a:r>
            <a:r>
              <a:rPr lang="en-US" altLang="zh-CN" dirty="0"/>
              <a:t>etc.</a:t>
            </a:r>
            <a:r>
              <a:rPr lang="zh-CN" altLang="en-US" dirty="0"/>
              <a:t> </a:t>
            </a:r>
            <a:endParaRPr lang="en-US" altLang="zh-CN" dirty="0"/>
          </a:p>
          <a:p>
            <a:r>
              <a:rPr lang="en-US" altLang="zh-CN" dirty="0"/>
              <a:t>How</a:t>
            </a:r>
            <a:r>
              <a:rPr lang="zh-CN" altLang="en-US" dirty="0"/>
              <a:t> </a:t>
            </a:r>
            <a:r>
              <a:rPr lang="en-US" altLang="zh-CN" dirty="0"/>
              <a:t>/</a:t>
            </a:r>
            <a:r>
              <a:rPr lang="zh-CN" altLang="en-US" dirty="0"/>
              <a:t> </a:t>
            </a:r>
            <a:r>
              <a:rPr lang="en-US" altLang="zh-CN" dirty="0"/>
              <a:t>when</a:t>
            </a:r>
            <a:r>
              <a:rPr lang="zh-CN" altLang="en-US" dirty="0"/>
              <a:t> </a:t>
            </a:r>
            <a:r>
              <a:rPr lang="en-US" altLang="zh-CN" dirty="0"/>
              <a:t>/</a:t>
            </a:r>
            <a:r>
              <a:rPr lang="zh-CN" altLang="en-US" dirty="0"/>
              <a:t> </a:t>
            </a:r>
            <a:r>
              <a:rPr lang="en-US" altLang="zh-CN" dirty="0"/>
              <a:t>to</a:t>
            </a:r>
            <a:r>
              <a:rPr lang="zh-CN" altLang="en-US" dirty="0"/>
              <a:t> </a:t>
            </a:r>
            <a:r>
              <a:rPr lang="en-US" altLang="zh-CN" dirty="0"/>
              <a:t>whom</a:t>
            </a:r>
            <a:r>
              <a:rPr lang="zh-CN" altLang="en-US" dirty="0"/>
              <a:t> </a:t>
            </a:r>
            <a:r>
              <a:rPr lang="en-US" altLang="zh-CN" dirty="0"/>
              <a:t>does</a:t>
            </a:r>
            <a:r>
              <a:rPr lang="zh-CN" altLang="en-US" dirty="0"/>
              <a:t> </a:t>
            </a:r>
            <a:r>
              <a:rPr lang="en-US" altLang="zh-CN" dirty="0"/>
              <a:t>‘authenticity’</a:t>
            </a:r>
            <a:r>
              <a:rPr lang="zh-CN" altLang="en-US" dirty="0"/>
              <a:t> </a:t>
            </a:r>
            <a:r>
              <a:rPr lang="en-US" altLang="zh-CN" dirty="0"/>
              <a:t>matter?</a:t>
            </a:r>
          </a:p>
          <a:p>
            <a:endParaRPr lang="en-US" altLang="zh-CN" dirty="0"/>
          </a:p>
        </p:txBody>
      </p:sp>
      <p:sp>
        <p:nvSpPr>
          <p:cNvPr id="4" name="Slide Number Placeholder 3">
            <a:extLst>
              <a:ext uri="{FF2B5EF4-FFF2-40B4-BE49-F238E27FC236}">
                <a16:creationId xmlns:a16="http://schemas.microsoft.com/office/drawing/2014/main" id="{4DDFAB6B-0C51-27F3-5B84-4F05BD5CF4FC}"/>
              </a:ext>
            </a:extLst>
          </p:cNvPr>
          <p:cNvSpPr>
            <a:spLocks noGrp="1"/>
          </p:cNvSpPr>
          <p:nvPr>
            <p:ph type="sldNum" sz="quarter" idx="12"/>
          </p:nvPr>
        </p:nvSpPr>
        <p:spPr/>
        <p:txBody>
          <a:bodyPr/>
          <a:lstStyle/>
          <a:p>
            <a:r>
              <a:rPr lang="en-US" dirty="0"/>
              <a:t>4</a:t>
            </a:r>
          </a:p>
        </p:txBody>
      </p:sp>
    </p:spTree>
    <p:extLst>
      <p:ext uri="{BB962C8B-B14F-4D97-AF65-F5344CB8AC3E}">
        <p14:creationId xmlns:p14="http://schemas.microsoft.com/office/powerpoint/2010/main" val="1301733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01E510-92BB-A635-AE87-B15731EBA92F}"/>
              </a:ext>
            </a:extLst>
          </p:cNvPr>
          <p:cNvSpPr>
            <a:spLocks noGrp="1"/>
          </p:cNvSpPr>
          <p:nvPr>
            <p:ph type="sldNum" sz="quarter" idx="12"/>
          </p:nvPr>
        </p:nvSpPr>
        <p:spPr/>
        <p:txBody>
          <a:bodyPr/>
          <a:lstStyle/>
          <a:p>
            <a:endParaRPr lang="en-US" dirty="0"/>
          </a:p>
        </p:txBody>
      </p:sp>
      <p:pic>
        <p:nvPicPr>
          <p:cNvPr id="6" name="Picture 5" descr="Cover of The Heritage Turn in China, the book discussed on this slide. The cover image is of a Traditional Association Performance at Miaofengshan Pilgrimage, May 2000 Source: Florence Graezer Bideau&#10;">
            <a:extLst>
              <a:ext uri="{FF2B5EF4-FFF2-40B4-BE49-F238E27FC236}">
                <a16:creationId xmlns:a16="http://schemas.microsoft.com/office/drawing/2014/main" id="{2E209936-8468-E279-3658-5EA1DA144C9A}"/>
              </a:ext>
            </a:extLst>
          </p:cNvPr>
          <p:cNvPicPr>
            <a:picLocks noChangeAspect="1"/>
          </p:cNvPicPr>
          <p:nvPr/>
        </p:nvPicPr>
        <p:blipFill>
          <a:blip r:embed="rId2"/>
          <a:stretch>
            <a:fillRect/>
          </a:stretch>
        </p:blipFill>
        <p:spPr>
          <a:xfrm>
            <a:off x="3771364" y="-24607"/>
            <a:ext cx="4649271" cy="6882607"/>
          </a:xfrm>
          <a:prstGeom prst="rect">
            <a:avLst/>
          </a:prstGeom>
        </p:spPr>
      </p:pic>
    </p:spTree>
    <p:extLst>
      <p:ext uri="{BB962C8B-B14F-4D97-AF65-F5344CB8AC3E}">
        <p14:creationId xmlns:p14="http://schemas.microsoft.com/office/powerpoint/2010/main" val="2715684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0" presetClass="path" presetSubtype="0" accel="50000" decel="50000" fill="hold" nodeType="clickEffect">
                                  <p:stCondLst>
                                    <p:cond delay="0"/>
                                  </p:stCondLst>
                                  <p:childTnLst>
                                    <p:animMotion origin="layout" path="M 0 -2.51535E-17 L -0.19687 -2.51535E-17 C -0.28451 -2.51535E-17 -0.39245 0.06065 -0.39245 0.11042 L -0.39245 0.22222 " pathEditMode="relative" rAng="0" ptsTypes="AAAA">
                                      <p:cBhvr>
                                        <p:cTn id="10" dur="2000" fill="hold"/>
                                        <p:tgtEl>
                                          <p:spTgt spid="6"/>
                                        </p:tgtEl>
                                        <p:attrNameLst>
                                          <p:attrName>ppt_x</p:attrName>
                                          <p:attrName>ppt_y</p:attrName>
                                        </p:attrNameLst>
                                      </p:cBhvr>
                                      <p:rCtr x="-19622" y="11111"/>
                                    </p:animMotion>
                                  </p:childTnLst>
                                </p:cTn>
                              </p:par>
                              <p:par>
                                <p:cTn id="11" presetID="6" presetClass="emph" presetSubtype="0" fill="hold" nodeType="withEffect">
                                  <p:stCondLst>
                                    <p:cond delay="0"/>
                                  </p:stCondLst>
                                  <p:childTnLst>
                                    <p:animScale>
                                      <p:cBhvr>
                                        <p:cTn id="12" dur="1000" fill="hold"/>
                                        <p:tgtEl>
                                          <p:spTgt spid="6"/>
                                        </p:tgtEl>
                                      </p:cBhvr>
                                      <p:by x="40000" y="4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53182-7DBD-4938-A806-2847EEEF9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7E3127-CB05-3265-9FB8-E8FA7BBECB25}"/>
              </a:ext>
            </a:extLst>
          </p:cNvPr>
          <p:cNvSpPr>
            <a:spLocks noGrp="1"/>
          </p:cNvSpPr>
          <p:nvPr>
            <p:ph type="title"/>
          </p:nvPr>
        </p:nvSpPr>
        <p:spPr/>
        <p:txBody>
          <a:bodyPr/>
          <a:lstStyle/>
          <a:p>
            <a:r>
              <a:rPr lang="en-US" altLang="zh-CN" dirty="0"/>
              <a:t>Ludwig</a:t>
            </a:r>
            <a:r>
              <a:rPr lang="zh-CN" altLang="en-US" dirty="0"/>
              <a:t> </a:t>
            </a:r>
            <a:r>
              <a:rPr lang="en-US" altLang="zh-CN" dirty="0"/>
              <a:t>&amp;</a:t>
            </a:r>
            <a:r>
              <a:rPr lang="zh-CN" altLang="en-US" dirty="0"/>
              <a:t> </a:t>
            </a:r>
            <a:r>
              <a:rPr lang="en-US" altLang="zh-CN" dirty="0"/>
              <a:t>Wang</a:t>
            </a:r>
            <a:r>
              <a:rPr lang="zh-CN" altLang="en-US" dirty="0"/>
              <a:t> </a:t>
            </a:r>
            <a:r>
              <a:rPr lang="en-US" altLang="zh-CN" dirty="0"/>
              <a:t>chapter</a:t>
            </a:r>
            <a:r>
              <a:rPr lang="zh-CN" altLang="en-US" dirty="0"/>
              <a:t> </a:t>
            </a:r>
            <a:r>
              <a:rPr lang="en-US" altLang="zh-CN" dirty="0"/>
              <a:t>overview</a:t>
            </a:r>
            <a:endParaRPr lang="en-CA" dirty="0"/>
          </a:p>
        </p:txBody>
      </p:sp>
      <p:sp>
        <p:nvSpPr>
          <p:cNvPr id="4" name="Slide Number Placeholder 3">
            <a:extLst>
              <a:ext uri="{FF2B5EF4-FFF2-40B4-BE49-F238E27FC236}">
                <a16:creationId xmlns:a16="http://schemas.microsoft.com/office/drawing/2014/main" id="{0E7FCA73-91C4-7255-D98D-C8EB20C35A98}"/>
              </a:ext>
            </a:extLst>
          </p:cNvPr>
          <p:cNvSpPr>
            <a:spLocks noGrp="1"/>
          </p:cNvSpPr>
          <p:nvPr>
            <p:ph type="sldNum" sz="quarter" idx="12"/>
          </p:nvPr>
        </p:nvSpPr>
        <p:spPr/>
        <p:txBody>
          <a:bodyPr/>
          <a:lstStyle/>
          <a:p>
            <a:r>
              <a:rPr lang="en-US" dirty="0"/>
              <a:t>5</a:t>
            </a:r>
          </a:p>
        </p:txBody>
      </p:sp>
      <p:sp>
        <p:nvSpPr>
          <p:cNvPr id="3" name="Content Placeholder 2">
            <a:extLst>
              <a:ext uri="{FF2B5EF4-FFF2-40B4-BE49-F238E27FC236}">
                <a16:creationId xmlns:a16="http://schemas.microsoft.com/office/drawing/2014/main" id="{CA0ADB50-1277-B586-E429-9EB65DCD95A9}"/>
              </a:ext>
            </a:extLst>
          </p:cNvPr>
          <p:cNvSpPr>
            <a:spLocks noGrp="1"/>
          </p:cNvSpPr>
          <p:nvPr>
            <p:ph idx="1"/>
          </p:nvPr>
        </p:nvSpPr>
        <p:spPr>
          <a:xfrm>
            <a:off x="2589212" y="1540188"/>
            <a:ext cx="8915400" cy="4693701"/>
          </a:xfrm>
        </p:spPr>
        <p:txBody>
          <a:bodyPr>
            <a:noAutofit/>
          </a:bodyPr>
          <a:lstStyle/>
          <a:p>
            <a:pPr marL="0" indent="0">
              <a:buNone/>
            </a:pPr>
            <a:r>
              <a:rPr lang="en-US" altLang="zh-CN" sz="1900" dirty="0"/>
              <a:t>“</a:t>
            </a:r>
            <a:r>
              <a:rPr lang="en-CA" sz="1900" dirty="0"/>
              <a:t>Contemporary Fabrication of Pasts and the Creation of New Identities?</a:t>
            </a:r>
            <a:r>
              <a:rPr lang="en-US" altLang="zh-CN" sz="1900" dirty="0"/>
              <a:t>:</a:t>
            </a:r>
            <a:r>
              <a:rPr lang="zh-CN" altLang="en-US" sz="1900" dirty="0"/>
              <a:t> </a:t>
            </a:r>
            <a:r>
              <a:rPr lang="en-CA" sz="1900" dirty="0"/>
              <a:t>Open-Air Museums and Historical Theme Parks in the UK and China</a:t>
            </a:r>
            <a:r>
              <a:rPr lang="en-US" altLang="zh-CN" sz="1900" dirty="0"/>
              <a:t>”</a:t>
            </a:r>
          </a:p>
          <a:p>
            <a:r>
              <a:rPr lang="en-US" altLang="zh-CN" sz="1900" dirty="0"/>
              <a:t>Chapter</a:t>
            </a:r>
            <a:r>
              <a:rPr lang="zh-CN" altLang="en-US" sz="1900" dirty="0"/>
              <a:t> </a:t>
            </a:r>
            <a:r>
              <a:rPr lang="en-US" altLang="zh-CN" sz="1900" dirty="0"/>
              <a:t>in</a:t>
            </a:r>
            <a:r>
              <a:rPr lang="zh-CN" altLang="en-US" sz="1900" dirty="0"/>
              <a:t> </a:t>
            </a:r>
            <a:r>
              <a:rPr lang="en-US" altLang="zh-CN" sz="1900" dirty="0"/>
              <a:t>edited</a:t>
            </a:r>
            <a:r>
              <a:rPr lang="zh-CN" altLang="en-US" sz="1900" dirty="0"/>
              <a:t> </a:t>
            </a:r>
            <a:r>
              <a:rPr lang="en-US" altLang="zh-CN" sz="1900" dirty="0"/>
              <a:t>book:</a:t>
            </a:r>
            <a:r>
              <a:rPr lang="zh-CN" altLang="en-US" sz="1900" dirty="0"/>
              <a:t> </a:t>
            </a:r>
            <a:r>
              <a:rPr lang="en-US" altLang="zh-CN" sz="1900" i="1" dirty="0"/>
              <a:t>The</a:t>
            </a:r>
            <a:r>
              <a:rPr lang="zh-CN" altLang="en-US" sz="1900" i="1" dirty="0"/>
              <a:t> </a:t>
            </a:r>
            <a:r>
              <a:rPr lang="en-US" altLang="zh-CN" sz="1900" i="1" dirty="0"/>
              <a:t>Heritage</a:t>
            </a:r>
            <a:r>
              <a:rPr lang="zh-CN" altLang="en-US" sz="1900" i="1" dirty="0"/>
              <a:t> </a:t>
            </a:r>
            <a:r>
              <a:rPr lang="en-US" altLang="zh-CN" sz="1900" i="1" dirty="0"/>
              <a:t>Turn</a:t>
            </a:r>
            <a:r>
              <a:rPr lang="zh-CN" altLang="en-US" sz="1900" i="1" dirty="0"/>
              <a:t> </a:t>
            </a:r>
            <a:r>
              <a:rPr lang="en-US" altLang="zh-CN" sz="1900" i="1" dirty="0"/>
              <a:t>in</a:t>
            </a:r>
            <a:r>
              <a:rPr lang="zh-CN" altLang="en-US" sz="1900" i="1" dirty="0"/>
              <a:t> </a:t>
            </a:r>
            <a:r>
              <a:rPr lang="en-US" altLang="zh-CN" sz="1900" i="1" dirty="0"/>
              <a:t>China:</a:t>
            </a:r>
            <a:r>
              <a:rPr lang="zh-CN" altLang="en-US" sz="1900" i="1" dirty="0"/>
              <a:t> </a:t>
            </a:r>
            <a:r>
              <a:rPr lang="en-US" altLang="zh-CN" sz="1900" i="1" dirty="0"/>
              <a:t>The Reinvention, Dissemination and Consumption of Heritage</a:t>
            </a:r>
            <a:r>
              <a:rPr lang="en-US" altLang="zh-CN" sz="1900" dirty="0"/>
              <a:t>.</a:t>
            </a:r>
            <a:r>
              <a:rPr lang="zh-CN" altLang="en-US" sz="1900" i="1" dirty="0"/>
              <a:t> </a:t>
            </a:r>
            <a:endParaRPr lang="en-CA" sz="1900" dirty="0"/>
          </a:p>
          <a:p>
            <a:r>
              <a:rPr lang="en-US" altLang="zh-CN" sz="1900" dirty="0"/>
              <a:t>Book</a:t>
            </a:r>
            <a:r>
              <a:rPr lang="zh-CN" altLang="en-US" sz="1900" dirty="0"/>
              <a:t> </a:t>
            </a:r>
            <a:r>
              <a:rPr lang="en-US" altLang="zh-CN" sz="1900" dirty="0"/>
              <a:t>:</a:t>
            </a:r>
            <a:r>
              <a:rPr lang="zh-CN" altLang="en-US" sz="1900" dirty="0"/>
              <a:t> </a:t>
            </a:r>
            <a:r>
              <a:rPr lang="en-US" altLang="zh-CN" sz="1900" dirty="0"/>
              <a:t>Case</a:t>
            </a:r>
            <a:r>
              <a:rPr lang="zh-CN" altLang="en-US" sz="1900" dirty="0"/>
              <a:t> </a:t>
            </a:r>
            <a:r>
              <a:rPr lang="en-US" altLang="zh-CN" sz="1900" dirty="0"/>
              <a:t>studies</a:t>
            </a:r>
            <a:r>
              <a:rPr lang="zh-CN" altLang="en-US" sz="1900" dirty="0"/>
              <a:t> </a:t>
            </a:r>
            <a:r>
              <a:rPr lang="en-US" altLang="zh-CN" sz="1900" dirty="0"/>
              <a:t>of</a:t>
            </a:r>
            <a:r>
              <a:rPr lang="zh-CN" altLang="en-US" sz="1900" dirty="0"/>
              <a:t> </a:t>
            </a:r>
            <a:r>
              <a:rPr lang="en-US" altLang="zh-CN" sz="1900" dirty="0"/>
              <a:t>‘tangible’</a:t>
            </a:r>
            <a:r>
              <a:rPr lang="zh-CN" altLang="en-US" sz="1900" dirty="0"/>
              <a:t> </a:t>
            </a:r>
            <a:r>
              <a:rPr lang="en-US" altLang="zh-CN" sz="1900" dirty="0"/>
              <a:t>&amp;</a:t>
            </a:r>
            <a:r>
              <a:rPr lang="zh-CN" altLang="en-US" sz="1900" dirty="0"/>
              <a:t> </a:t>
            </a:r>
            <a:r>
              <a:rPr lang="en-US" altLang="zh-CN" sz="1900" dirty="0"/>
              <a:t>‘intangible’</a:t>
            </a:r>
            <a:r>
              <a:rPr lang="zh-CN" altLang="en-US" sz="1900" dirty="0"/>
              <a:t> </a:t>
            </a:r>
            <a:r>
              <a:rPr lang="en-US" altLang="zh-CN" sz="1900" dirty="0"/>
              <a:t>heritage</a:t>
            </a:r>
            <a:r>
              <a:rPr lang="zh-CN" altLang="en-US" sz="1900" dirty="0"/>
              <a:t> </a:t>
            </a:r>
            <a:r>
              <a:rPr lang="en-US" altLang="zh-CN" sz="1900" dirty="0"/>
              <a:t>in</a:t>
            </a:r>
            <a:r>
              <a:rPr lang="zh-CN" altLang="en-US" sz="1900" dirty="0"/>
              <a:t> </a:t>
            </a:r>
            <a:r>
              <a:rPr lang="en-US" altLang="zh-CN" sz="1900" dirty="0"/>
              <a:t>contemporary</a:t>
            </a:r>
            <a:r>
              <a:rPr lang="zh-CN" altLang="en-US" sz="1900" dirty="0"/>
              <a:t> </a:t>
            </a:r>
            <a:r>
              <a:rPr lang="en-US" altLang="zh-CN" sz="1900" dirty="0"/>
              <a:t>China,</a:t>
            </a:r>
            <a:r>
              <a:rPr lang="zh-CN" altLang="en-US" sz="1900" dirty="0"/>
              <a:t> </a:t>
            </a:r>
            <a:r>
              <a:rPr lang="en-US" altLang="zh-CN" sz="1900" dirty="0"/>
              <a:t>following</a:t>
            </a:r>
            <a:r>
              <a:rPr lang="zh-CN" altLang="en-US" sz="1900" dirty="0"/>
              <a:t> </a:t>
            </a:r>
            <a:r>
              <a:rPr lang="en-US" altLang="zh-CN" sz="1900" dirty="0"/>
              <a:t>“re-awakening”</a:t>
            </a:r>
            <a:r>
              <a:rPr lang="zh-CN" altLang="en-US" sz="1900" dirty="0"/>
              <a:t> </a:t>
            </a:r>
            <a:r>
              <a:rPr lang="en-US" altLang="zh-CN" sz="1900" dirty="0"/>
              <a:t>of</a:t>
            </a:r>
            <a:r>
              <a:rPr lang="zh-CN" altLang="en-US" sz="1900" dirty="0"/>
              <a:t> </a:t>
            </a:r>
            <a:r>
              <a:rPr lang="en-US" altLang="zh-CN" sz="1900" dirty="0"/>
              <a:t>interest</a:t>
            </a:r>
            <a:r>
              <a:rPr lang="zh-CN" altLang="en-US" sz="1900" dirty="0"/>
              <a:t> </a:t>
            </a:r>
            <a:r>
              <a:rPr lang="en-US" altLang="zh-CN" sz="1900" dirty="0"/>
              <a:t>in</a:t>
            </a:r>
            <a:r>
              <a:rPr lang="zh-CN" altLang="en-US" sz="1900" dirty="0"/>
              <a:t> </a:t>
            </a:r>
            <a:r>
              <a:rPr lang="en-US" altLang="zh-CN" sz="1900" dirty="0"/>
              <a:t>heritage</a:t>
            </a:r>
            <a:r>
              <a:rPr lang="zh-CN" altLang="en-US" sz="1900" dirty="0"/>
              <a:t> </a:t>
            </a:r>
            <a:r>
              <a:rPr lang="en-US" altLang="zh-CN" sz="1900" dirty="0"/>
              <a:t>during</a:t>
            </a:r>
            <a:r>
              <a:rPr lang="zh-CN" altLang="en-US" sz="1900" dirty="0"/>
              <a:t> </a:t>
            </a:r>
            <a:r>
              <a:rPr lang="en-US" altLang="zh-CN" sz="1900" dirty="0"/>
              <a:t>the</a:t>
            </a:r>
            <a:r>
              <a:rPr lang="zh-CN" altLang="en-US" sz="1900" dirty="0"/>
              <a:t> </a:t>
            </a:r>
            <a:r>
              <a:rPr lang="en-US" altLang="zh-CN" sz="1900" dirty="0"/>
              <a:t>1980’s.</a:t>
            </a:r>
          </a:p>
          <a:p>
            <a:r>
              <a:rPr lang="en-US" altLang="zh-CN" sz="1900" dirty="0"/>
              <a:t>Architecture,</a:t>
            </a:r>
            <a:r>
              <a:rPr lang="zh-CN" altLang="en-US" sz="1900" dirty="0"/>
              <a:t> </a:t>
            </a:r>
            <a:r>
              <a:rPr lang="en-US" altLang="zh-CN" sz="1900" dirty="0"/>
              <a:t>performance,</a:t>
            </a:r>
            <a:r>
              <a:rPr lang="zh-CN" altLang="en-US" sz="1900" dirty="0"/>
              <a:t> </a:t>
            </a:r>
            <a:r>
              <a:rPr lang="en-US" altLang="zh-CN" sz="1900" dirty="0"/>
              <a:t>visual</a:t>
            </a:r>
            <a:r>
              <a:rPr lang="zh-CN" altLang="en-US" sz="1900" dirty="0"/>
              <a:t> </a:t>
            </a:r>
            <a:r>
              <a:rPr lang="en-US" altLang="zh-CN" sz="1900" dirty="0"/>
              <a:t>art</a:t>
            </a:r>
            <a:r>
              <a:rPr lang="zh-CN" altLang="en-US" sz="1900" dirty="0"/>
              <a:t> </a:t>
            </a:r>
            <a:r>
              <a:rPr lang="en-US" altLang="zh-CN" sz="1900" dirty="0"/>
              <a:t>in</a:t>
            </a:r>
            <a:r>
              <a:rPr lang="zh-CN" altLang="en-US" sz="1900" dirty="0"/>
              <a:t> </a:t>
            </a:r>
            <a:r>
              <a:rPr lang="en-US" altLang="zh-CN" sz="1900" dirty="0"/>
              <a:t>relation</a:t>
            </a:r>
            <a:r>
              <a:rPr lang="zh-CN" altLang="en-US" sz="1900" dirty="0"/>
              <a:t> </a:t>
            </a:r>
            <a:r>
              <a:rPr lang="en-US" altLang="zh-CN" sz="1900" dirty="0"/>
              <a:t>to</a:t>
            </a:r>
            <a:r>
              <a:rPr lang="zh-CN" altLang="en-US" sz="1900" dirty="0"/>
              <a:t> </a:t>
            </a:r>
            <a:r>
              <a:rPr lang="en-US" altLang="zh-CN" sz="1900" dirty="0"/>
              <a:t>national</a:t>
            </a:r>
            <a:r>
              <a:rPr lang="zh-CN" altLang="en-US" sz="1900" dirty="0"/>
              <a:t> </a:t>
            </a:r>
            <a:r>
              <a:rPr lang="en-US" altLang="zh-CN" sz="1900" dirty="0"/>
              <a:t>&amp;</a:t>
            </a:r>
            <a:r>
              <a:rPr lang="zh-CN" altLang="en-US" sz="1900" dirty="0"/>
              <a:t> </a:t>
            </a:r>
            <a:r>
              <a:rPr lang="en-US" altLang="zh-CN" sz="1900" dirty="0"/>
              <a:t>cultural</a:t>
            </a:r>
            <a:r>
              <a:rPr lang="zh-CN" altLang="en-US" sz="1900" dirty="0"/>
              <a:t> </a:t>
            </a:r>
            <a:r>
              <a:rPr lang="en-US" altLang="zh-CN" sz="1900" dirty="0"/>
              <a:t>identity,</a:t>
            </a:r>
            <a:r>
              <a:rPr lang="zh-CN" altLang="en-US" sz="1900" dirty="0"/>
              <a:t> </a:t>
            </a:r>
            <a:r>
              <a:rPr lang="en-US" altLang="zh-CN" sz="1900" dirty="0"/>
              <a:t>tourism,</a:t>
            </a:r>
            <a:r>
              <a:rPr lang="zh-CN" altLang="en-US" sz="1900" dirty="0"/>
              <a:t> </a:t>
            </a:r>
            <a:r>
              <a:rPr lang="en-US" altLang="zh-CN" sz="1900" dirty="0"/>
              <a:t>diplomacy,</a:t>
            </a:r>
            <a:r>
              <a:rPr lang="zh-CN" altLang="en-US" sz="1900" dirty="0"/>
              <a:t> </a:t>
            </a:r>
            <a:r>
              <a:rPr lang="en-US" altLang="zh-CN" sz="1900" dirty="0"/>
              <a:t>nostalgia,</a:t>
            </a:r>
            <a:r>
              <a:rPr lang="zh-CN" altLang="en-US" sz="1900" dirty="0"/>
              <a:t> </a:t>
            </a:r>
            <a:r>
              <a:rPr lang="en-US" altLang="zh-CN" sz="1900" dirty="0"/>
              <a:t>and</a:t>
            </a:r>
            <a:r>
              <a:rPr lang="zh-CN" altLang="en-US" sz="1900" dirty="0"/>
              <a:t> </a:t>
            </a:r>
            <a:r>
              <a:rPr lang="en-US" altLang="zh-CN" sz="1900" dirty="0"/>
              <a:t>more.</a:t>
            </a:r>
          </a:p>
          <a:p>
            <a:r>
              <a:rPr lang="en-US" altLang="zh-CN" sz="1900" dirty="0"/>
              <a:t>Wang and Ludwig: Book editors &amp; </a:t>
            </a:r>
            <a:r>
              <a:rPr lang="en-US" altLang="zh-CN" sz="1900" dirty="0" err="1"/>
              <a:t>ch.</a:t>
            </a:r>
            <a:r>
              <a:rPr lang="en-US" altLang="zh-CN" sz="1900" dirty="0"/>
              <a:t> authors. Scholars of civic design &amp; urban planning in Xi’an China and Liverpool, UK.</a:t>
            </a:r>
          </a:p>
          <a:p>
            <a:r>
              <a:rPr lang="en-US" altLang="zh-CN" sz="1900" dirty="0"/>
              <a:t>Ch</a:t>
            </a:r>
            <a:r>
              <a:rPr lang="zh-CN" altLang="en-US" sz="1900" dirty="0"/>
              <a:t> </a:t>
            </a:r>
            <a:r>
              <a:rPr lang="en-US" altLang="zh-CN" sz="1900" dirty="0"/>
              <a:t>focus:</a:t>
            </a:r>
            <a:r>
              <a:rPr lang="zh-CN" altLang="en-US" sz="1900" dirty="0"/>
              <a:t> </a:t>
            </a:r>
            <a:r>
              <a:rPr lang="en-US" altLang="zh-CN" sz="1900" dirty="0"/>
              <a:t>Case</a:t>
            </a:r>
            <a:r>
              <a:rPr lang="zh-CN" altLang="en-US" sz="1900" dirty="0"/>
              <a:t> </a:t>
            </a:r>
            <a:r>
              <a:rPr lang="en-US" altLang="zh-CN" sz="1900" dirty="0"/>
              <a:t>studies</a:t>
            </a:r>
            <a:r>
              <a:rPr lang="zh-CN" altLang="en-US" sz="1900" dirty="0"/>
              <a:t> </a:t>
            </a:r>
            <a:r>
              <a:rPr lang="en-US" altLang="zh-CN" sz="1900" dirty="0"/>
              <a:t>of</a:t>
            </a:r>
            <a:r>
              <a:rPr lang="zh-CN" altLang="en-US" sz="1900" dirty="0"/>
              <a:t> </a:t>
            </a:r>
            <a:r>
              <a:rPr lang="en-US" altLang="zh-CN" sz="1900" dirty="0"/>
              <a:t>open-air</a:t>
            </a:r>
            <a:r>
              <a:rPr lang="zh-CN" altLang="en-US" sz="1900" dirty="0"/>
              <a:t> </a:t>
            </a:r>
            <a:r>
              <a:rPr lang="en-US" altLang="zh-CN" sz="1900" dirty="0"/>
              <a:t>museum</a:t>
            </a:r>
            <a:r>
              <a:rPr lang="zh-CN" altLang="en-US" sz="1900" dirty="0"/>
              <a:t> </a:t>
            </a:r>
            <a:r>
              <a:rPr lang="en-US" altLang="zh-CN" sz="1900" dirty="0"/>
              <a:t>in</a:t>
            </a:r>
            <a:r>
              <a:rPr lang="zh-CN" altLang="en-US" sz="1900" dirty="0"/>
              <a:t> </a:t>
            </a:r>
            <a:r>
              <a:rPr lang="en-US" altLang="zh-CN" sz="1900" dirty="0"/>
              <a:t>England</a:t>
            </a:r>
            <a:r>
              <a:rPr lang="zh-CN" altLang="en-US" sz="1900" dirty="0"/>
              <a:t> </a:t>
            </a:r>
            <a:r>
              <a:rPr lang="en-US" altLang="zh-CN" sz="1900" dirty="0"/>
              <a:t>&amp;</a:t>
            </a:r>
            <a:r>
              <a:rPr lang="zh-CN" altLang="en-US" sz="1900" dirty="0"/>
              <a:t> </a:t>
            </a:r>
            <a:r>
              <a:rPr lang="en-US" altLang="zh-CN" sz="1900" dirty="0"/>
              <a:t>two</a:t>
            </a:r>
            <a:r>
              <a:rPr lang="zh-CN" altLang="en-US" sz="1900" dirty="0"/>
              <a:t> </a:t>
            </a:r>
            <a:r>
              <a:rPr lang="en-US" altLang="zh-CN" sz="1900" dirty="0"/>
              <a:t>historical</a:t>
            </a:r>
            <a:r>
              <a:rPr lang="zh-CN" altLang="en-US" sz="1900" dirty="0"/>
              <a:t> </a:t>
            </a:r>
            <a:r>
              <a:rPr lang="en-US" altLang="zh-CN" sz="1900" dirty="0"/>
              <a:t>theme</a:t>
            </a:r>
            <a:r>
              <a:rPr lang="zh-CN" altLang="en-US" sz="1900" dirty="0"/>
              <a:t> </a:t>
            </a:r>
            <a:r>
              <a:rPr lang="en-US" altLang="zh-CN" sz="1900" dirty="0"/>
              <a:t>parks</a:t>
            </a:r>
            <a:r>
              <a:rPr lang="zh-CN" altLang="en-US" sz="1900" dirty="0"/>
              <a:t> </a:t>
            </a:r>
            <a:r>
              <a:rPr lang="en-US" altLang="zh-CN" sz="1900" dirty="0"/>
              <a:t>in</a:t>
            </a:r>
            <a:r>
              <a:rPr lang="zh-CN" altLang="en-US" sz="1900" dirty="0"/>
              <a:t> </a:t>
            </a:r>
            <a:r>
              <a:rPr lang="en-US" altLang="zh-CN" sz="1900" dirty="0"/>
              <a:t>China.</a:t>
            </a:r>
          </a:p>
          <a:p>
            <a:r>
              <a:rPr lang="en-US" altLang="zh-CN" sz="1900" dirty="0"/>
              <a:t>Argument:</a:t>
            </a:r>
            <a:r>
              <a:rPr lang="zh-CN" altLang="en-US" sz="1900" dirty="0"/>
              <a:t> </a:t>
            </a:r>
            <a:r>
              <a:rPr lang="en-US" altLang="zh-CN" sz="1900" dirty="0"/>
              <a:t>Both</a:t>
            </a:r>
            <a:r>
              <a:rPr lang="zh-CN" altLang="en-US" sz="1900" dirty="0"/>
              <a:t> </a:t>
            </a:r>
            <a:r>
              <a:rPr lang="en-US" altLang="zh-CN" sz="1900" dirty="0"/>
              <a:t>sites</a:t>
            </a:r>
            <a:r>
              <a:rPr lang="zh-CN" altLang="en-US" sz="1900" dirty="0"/>
              <a:t> </a:t>
            </a:r>
            <a:r>
              <a:rPr lang="en-US" altLang="zh-CN" sz="1900" dirty="0"/>
              <a:t>challenge</a:t>
            </a:r>
            <a:r>
              <a:rPr lang="zh-CN" altLang="en-US" sz="1900" dirty="0"/>
              <a:t> </a:t>
            </a:r>
            <a:r>
              <a:rPr lang="en-US" altLang="zh-CN" sz="1900" dirty="0"/>
              <a:t>dated</a:t>
            </a:r>
            <a:r>
              <a:rPr lang="zh-CN" altLang="en-US" sz="1900" dirty="0"/>
              <a:t> </a:t>
            </a:r>
            <a:r>
              <a:rPr lang="en-US" altLang="zh-CN" sz="1900" dirty="0"/>
              <a:t>focus</a:t>
            </a:r>
            <a:r>
              <a:rPr lang="zh-CN" altLang="en-US" sz="1900" dirty="0"/>
              <a:t> </a:t>
            </a:r>
            <a:r>
              <a:rPr lang="en-US" altLang="zh-CN" sz="1900" dirty="0"/>
              <a:t>on</a:t>
            </a:r>
            <a:r>
              <a:rPr lang="zh-CN" altLang="en-US" sz="1900" dirty="0"/>
              <a:t> </a:t>
            </a:r>
            <a:r>
              <a:rPr lang="en-US" altLang="zh-CN" sz="1900" dirty="0"/>
              <a:t>preservation</a:t>
            </a:r>
            <a:r>
              <a:rPr lang="zh-CN" altLang="en-US" sz="1900" dirty="0"/>
              <a:t> </a:t>
            </a:r>
            <a:r>
              <a:rPr lang="en-US" altLang="zh-CN" sz="1900" dirty="0"/>
              <a:t>of</a:t>
            </a:r>
            <a:r>
              <a:rPr lang="zh-CN" altLang="en-US" sz="1900" dirty="0"/>
              <a:t> </a:t>
            </a:r>
            <a:r>
              <a:rPr lang="en-US" altLang="zh-CN" sz="1900" dirty="0"/>
              <a:t>original</a:t>
            </a:r>
            <a:r>
              <a:rPr lang="zh-CN" altLang="en-US" sz="1900" dirty="0"/>
              <a:t> </a:t>
            </a:r>
            <a:r>
              <a:rPr lang="en-US" altLang="zh-CN" sz="1900" dirty="0"/>
              <a:t>materials</a:t>
            </a:r>
            <a:r>
              <a:rPr lang="zh-CN" altLang="en-US" sz="1900" dirty="0"/>
              <a:t> </a:t>
            </a:r>
            <a:r>
              <a:rPr lang="en-US" altLang="zh-CN" sz="1900" dirty="0"/>
              <a:t>&amp;</a:t>
            </a:r>
            <a:r>
              <a:rPr lang="zh-CN" altLang="en-US" sz="1900" dirty="0"/>
              <a:t> </a:t>
            </a:r>
            <a:r>
              <a:rPr lang="en-US" altLang="zh-CN" sz="1900" dirty="0"/>
              <a:t>“authenticity,”</a:t>
            </a:r>
            <a:r>
              <a:rPr lang="zh-CN" altLang="en-US" sz="1900" dirty="0"/>
              <a:t> </a:t>
            </a:r>
            <a:r>
              <a:rPr lang="en-US" altLang="zh-CN" sz="1900" dirty="0"/>
              <a:t>but</a:t>
            </a:r>
            <a:r>
              <a:rPr lang="zh-CN" altLang="en-US" sz="1900" dirty="0"/>
              <a:t> </a:t>
            </a:r>
            <a:r>
              <a:rPr lang="en-US" altLang="zh-CN" sz="1900" dirty="0"/>
              <a:t>also</a:t>
            </a:r>
            <a:r>
              <a:rPr lang="zh-CN" altLang="en-US" sz="1900" dirty="0"/>
              <a:t> </a:t>
            </a:r>
            <a:r>
              <a:rPr lang="en-US" altLang="zh-CN" sz="1900" dirty="0"/>
              <a:t>raise</a:t>
            </a:r>
            <a:r>
              <a:rPr lang="zh-CN" altLang="en-US" sz="1900" dirty="0"/>
              <a:t> </a:t>
            </a:r>
            <a:r>
              <a:rPr lang="en-US" altLang="zh-CN" sz="1900" dirty="0"/>
              <a:t>questions</a:t>
            </a:r>
            <a:r>
              <a:rPr lang="zh-CN" altLang="en-US" sz="1900" dirty="0"/>
              <a:t> </a:t>
            </a:r>
            <a:r>
              <a:rPr lang="en-US" altLang="zh-CN" sz="1900" dirty="0"/>
              <a:t>about</a:t>
            </a:r>
            <a:r>
              <a:rPr lang="zh-CN" altLang="en-US" sz="1900" dirty="0"/>
              <a:t> </a:t>
            </a:r>
            <a:r>
              <a:rPr lang="en-US" altLang="zh-CN" sz="1900" dirty="0"/>
              <a:t>how</a:t>
            </a:r>
            <a:r>
              <a:rPr lang="zh-CN" altLang="en-US" sz="1900" dirty="0"/>
              <a:t> </a:t>
            </a:r>
            <a:r>
              <a:rPr lang="en-US" altLang="zh-CN" sz="1900" dirty="0"/>
              <a:t>heritage</a:t>
            </a:r>
            <a:r>
              <a:rPr lang="zh-CN" altLang="en-US" sz="1900" dirty="0"/>
              <a:t> </a:t>
            </a:r>
            <a:r>
              <a:rPr lang="en-US" altLang="zh-CN" sz="1900" dirty="0"/>
              <a:t>is</a:t>
            </a:r>
            <a:r>
              <a:rPr lang="zh-CN" altLang="en-US" sz="1900" dirty="0"/>
              <a:t> </a:t>
            </a:r>
            <a:r>
              <a:rPr lang="en-US" altLang="zh-CN" sz="1900" dirty="0"/>
              <a:t>defined</a:t>
            </a:r>
            <a:r>
              <a:rPr lang="zh-CN" altLang="en-US" sz="1900" dirty="0"/>
              <a:t> </a:t>
            </a:r>
            <a:r>
              <a:rPr lang="en-US" altLang="zh-CN" sz="1900" dirty="0"/>
              <a:t>and</a:t>
            </a:r>
            <a:r>
              <a:rPr lang="zh-CN" altLang="en-US" sz="1900" dirty="0"/>
              <a:t> </a:t>
            </a:r>
            <a:r>
              <a:rPr lang="en-US" altLang="zh-CN" sz="1900" dirty="0"/>
              <a:t>used.</a:t>
            </a:r>
            <a:r>
              <a:rPr lang="zh-CN" altLang="en-US" sz="1900" dirty="0"/>
              <a:t> </a:t>
            </a:r>
            <a:endParaRPr lang="en-CA" sz="1900" dirty="0"/>
          </a:p>
        </p:txBody>
      </p:sp>
    </p:spTree>
    <p:extLst>
      <p:ext uri="{BB962C8B-B14F-4D97-AF65-F5344CB8AC3E}">
        <p14:creationId xmlns:p14="http://schemas.microsoft.com/office/powerpoint/2010/main" val="100380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AA7D3-882A-845B-EC5F-23D2A3D8714C}"/>
              </a:ext>
            </a:extLst>
          </p:cNvPr>
          <p:cNvSpPr>
            <a:spLocks noGrp="1"/>
          </p:cNvSpPr>
          <p:nvPr>
            <p:ph type="title"/>
          </p:nvPr>
        </p:nvSpPr>
        <p:spPr/>
        <p:txBody>
          <a:bodyPr/>
          <a:lstStyle/>
          <a:p>
            <a:r>
              <a:rPr lang="en-US" altLang="zh-CN" dirty="0"/>
              <a:t>Key</a:t>
            </a:r>
            <a:r>
              <a:rPr lang="zh-CN" altLang="en-US" dirty="0"/>
              <a:t> </a:t>
            </a:r>
            <a:r>
              <a:rPr lang="en-US" altLang="zh-CN" dirty="0"/>
              <a:t>points:</a:t>
            </a:r>
            <a:r>
              <a:rPr lang="zh-CN" altLang="en-US" dirty="0"/>
              <a:t> </a:t>
            </a:r>
            <a:r>
              <a:rPr lang="en-US" altLang="zh-CN" dirty="0"/>
              <a:t>Beamish</a:t>
            </a:r>
            <a:r>
              <a:rPr lang="zh-CN" altLang="en-US" dirty="0"/>
              <a:t> </a:t>
            </a:r>
            <a:r>
              <a:rPr lang="en-US" altLang="zh-CN" dirty="0"/>
              <a:t>Living</a:t>
            </a:r>
            <a:r>
              <a:rPr lang="zh-CN" altLang="en-US" dirty="0"/>
              <a:t> </a:t>
            </a:r>
            <a:r>
              <a:rPr lang="en-US" altLang="zh-CN" dirty="0"/>
              <a:t>Museum</a:t>
            </a:r>
            <a:endParaRPr lang="en-CA" dirty="0"/>
          </a:p>
        </p:txBody>
      </p:sp>
      <p:sp>
        <p:nvSpPr>
          <p:cNvPr id="3" name="Content Placeholder 2">
            <a:extLst>
              <a:ext uri="{FF2B5EF4-FFF2-40B4-BE49-F238E27FC236}">
                <a16:creationId xmlns:a16="http://schemas.microsoft.com/office/drawing/2014/main" id="{0E7FB4A1-497E-C52E-E7B2-71D2FF751301}"/>
              </a:ext>
            </a:extLst>
          </p:cNvPr>
          <p:cNvSpPr>
            <a:spLocks noGrp="1"/>
          </p:cNvSpPr>
          <p:nvPr>
            <p:ph idx="1"/>
          </p:nvPr>
        </p:nvSpPr>
        <p:spPr>
          <a:xfrm>
            <a:off x="5035398" y="2237101"/>
            <a:ext cx="4779776" cy="3777622"/>
          </a:xfrm>
        </p:spPr>
        <p:txBody>
          <a:bodyPr/>
          <a:lstStyle/>
          <a:p>
            <a:r>
              <a:rPr lang="en-US" altLang="zh-CN" dirty="0"/>
              <a:t>Reconstructed</a:t>
            </a:r>
            <a:r>
              <a:rPr lang="zh-CN" altLang="en-US" dirty="0"/>
              <a:t> </a:t>
            </a:r>
            <a:r>
              <a:rPr lang="en-US" altLang="zh-CN" dirty="0"/>
              <a:t>coal</a:t>
            </a:r>
            <a:r>
              <a:rPr lang="zh-CN" altLang="en-US" dirty="0"/>
              <a:t> </a:t>
            </a:r>
            <a:r>
              <a:rPr lang="en-US" altLang="zh-CN" dirty="0"/>
              <a:t>mining</a:t>
            </a:r>
            <a:r>
              <a:rPr lang="zh-CN" altLang="en-US" dirty="0"/>
              <a:t> </a:t>
            </a:r>
            <a:r>
              <a:rPr lang="en-US" altLang="zh-CN" dirty="0"/>
              <a:t>village.</a:t>
            </a:r>
          </a:p>
          <a:p>
            <a:r>
              <a:rPr lang="en-US" altLang="zh-CN" dirty="0"/>
              <a:t>“Time</a:t>
            </a:r>
            <a:r>
              <a:rPr lang="zh-CN" altLang="en-US" dirty="0"/>
              <a:t> </a:t>
            </a:r>
            <a:r>
              <a:rPr lang="en-US" altLang="zh-CN" dirty="0"/>
              <a:t>zones”:</a:t>
            </a:r>
            <a:r>
              <a:rPr lang="zh-CN" altLang="en-US" dirty="0"/>
              <a:t> </a:t>
            </a:r>
            <a:r>
              <a:rPr lang="en-US" altLang="zh-CN" dirty="0"/>
              <a:t>Early</a:t>
            </a:r>
            <a:r>
              <a:rPr lang="zh-CN" altLang="en-US" dirty="0"/>
              <a:t> </a:t>
            </a:r>
            <a:r>
              <a:rPr lang="en-US" altLang="zh-CN" dirty="0"/>
              <a:t>1800’s</a:t>
            </a:r>
            <a:r>
              <a:rPr lang="zh-CN" altLang="en-US" dirty="0"/>
              <a:t> </a:t>
            </a:r>
            <a:r>
              <a:rPr lang="en-US" altLang="zh-CN" dirty="0"/>
              <a:t>&amp;</a:t>
            </a:r>
            <a:r>
              <a:rPr lang="zh-CN" altLang="en-US" dirty="0"/>
              <a:t> </a:t>
            </a:r>
            <a:r>
              <a:rPr lang="en-US" altLang="zh-CN" dirty="0"/>
              <a:t>early</a:t>
            </a:r>
            <a:r>
              <a:rPr lang="zh-CN" altLang="en-US" dirty="0"/>
              <a:t> </a:t>
            </a:r>
            <a:r>
              <a:rPr lang="en-US" altLang="zh-CN" dirty="0"/>
              <a:t>1900’s</a:t>
            </a:r>
            <a:r>
              <a:rPr lang="zh-CN" altLang="en-US" dirty="0"/>
              <a:t> </a:t>
            </a:r>
            <a:endParaRPr lang="en-US" altLang="zh-CN" dirty="0"/>
          </a:p>
          <a:p>
            <a:r>
              <a:rPr lang="en-US" altLang="zh-CN" dirty="0"/>
              <a:t>(later</a:t>
            </a:r>
            <a:r>
              <a:rPr lang="zh-CN" altLang="en-US" dirty="0"/>
              <a:t> </a:t>
            </a:r>
            <a:r>
              <a:rPr lang="en-US" altLang="zh-CN" dirty="0"/>
              <a:t>expanded</a:t>
            </a:r>
            <a:r>
              <a:rPr lang="zh-CN" altLang="en-US" dirty="0"/>
              <a:t> </a:t>
            </a:r>
            <a:r>
              <a:rPr lang="en-US" altLang="zh-CN" dirty="0"/>
              <a:t>w/</a:t>
            </a:r>
            <a:r>
              <a:rPr lang="zh-CN" altLang="en-US" dirty="0"/>
              <a:t> </a:t>
            </a:r>
            <a:r>
              <a:rPr lang="en-US" altLang="zh-CN" dirty="0"/>
              <a:t>more</a:t>
            </a:r>
            <a:r>
              <a:rPr lang="zh-CN" altLang="en-US" dirty="0"/>
              <a:t> </a:t>
            </a:r>
            <a:r>
              <a:rPr lang="en-US" altLang="zh-CN" dirty="0"/>
              <a:t>‘zones’)</a:t>
            </a:r>
          </a:p>
          <a:p>
            <a:r>
              <a:rPr lang="en-US" altLang="zh-CN" dirty="0"/>
              <a:t>Relocated</a:t>
            </a:r>
            <a:r>
              <a:rPr lang="zh-CN" altLang="en-US" dirty="0"/>
              <a:t> </a:t>
            </a:r>
            <a:r>
              <a:rPr lang="en-US" altLang="zh-CN" dirty="0"/>
              <a:t>structures/replicas,</a:t>
            </a:r>
          </a:p>
          <a:p>
            <a:r>
              <a:rPr lang="en-US" altLang="zh-CN" dirty="0"/>
              <a:t>Historical</a:t>
            </a:r>
            <a:r>
              <a:rPr lang="zh-CN" altLang="en-US" dirty="0"/>
              <a:t> </a:t>
            </a:r>
            <a:r>
              <a:rPr lang="en-US" altLang="zh-CN" dirty="0"/>
              <a:t>reenactments.</a:t>
            </a:r>
          </a:p>
          <a:p>
            <a:r>
              <a:rPr lang="en-US" altLang="zh-CN" dirty="0"/>
              <a:t>Factual,</a:t>
            </a:r>
            <a:r>
              <a:rPr lang="zh-CN" altLang="en-US" dirty="0"/>
              <a:t> </a:t>
            </a:r>
            <a:r>
              <a:rPr lang="en-US" altLang="zh-CN" dirty="0"/>
              <a:t>but</a:t>
            </a:r>
            <a:r>
              <a:rPr lang="zh-CN" altLang="en-US" dirty="0"/>
              <a:t> </a:t>
            </a:r>
            <a:r>
              <a:rPr lang="en-US" altLang="zh-CN" dirty="0"/>
              <a:t>incomplete:</a:t>
            </a:r>
            <a:r>
              <a:rPr lang="zh-CN" altLang="en-US" dirty="0"/>
              <a:t> </a:t>
            </a:r>
            <a:r>
              <a:rPr lang="en-US" altLang="zh-CN" dirty="0"/>
              <a:t>Performances</a:t>
            </a:r>
            <a:r>
              <a:rPr lang="zh-CN" altLang="en-US" dirty="0"/>
              <a:t> </a:t>
            </a:r>
            <a:r>
              <a:rPr lang="en-US" altLang="zh-CN" dirty="0"/>
              <a:t>&amp;</a:t>
            </a:r>
            <a:r>
              <a:rPr lang="zh-CN" altLang="en-US" dirty="0"/>
              <a:t> </a:t>
            </a:r>
            <a:r>
              <a:rPr lang="en-US" altLang="zh-CN" dirty="0"/>
              <a:t>exhibits</a:t>
            </a:r>
            <a:r>
              <a:rPr lang="zh-CN" altLang="en-US" dirty="0"/>
              <a:t> </a:t>
            </a:r>
            <a:r>
              <a:rPr lang="en-US" altLang="zh-CN" dirty="0"/>
              <a:t>omit</a:t>
            </a:r>
            <a:r>
              <a:rPr lang="zh-CN" altLang="en-US" dirty="0"/>
              <a:t> </a:t>
            </a:r>
            <a:r>
              <a:rPr lang="en-US" altLang="zh-CN" dirty="0"/>
              <a:t>negative</a:t>
            </a:r>
            <a:r>
              <a:rPr lang="zh-CN" altLang="en-US" dirty="0"/>
              <a:t> </a:t>
            </a:r>
            <a:r>
              <a:rPr lang="en-US" altLang="zh-CN" dirty="0"/>
              <a:t>elements</a:t>
            </a:r>
          </a:p>
          <a:p>
            <a:r>
              <a:rPr lang="en-US" altLang="zh-CN" dirty="0"/>
              <a:t>Education,</a:t>
            </a:r>
            <a:r>
              <a:rPr lang="zh-CN" altLang="en-US" dirty="0"/>
              <a:t> </a:t>
            </a:r>
            <a:r>
              <a:rPr lang="en-US" altLang="zh-CN" dirty="0"/>
              <a:t>Tourism,</a:t>
            </a:r>
            <a:r>
              <a:rPr lang="zh-CN" altLang="en-US" dirty="0"/>
              <a:t> </a:t>
            </a:r>
            <a:r>
              <a:rPr lang="en-US" altLang="zh-CN" dirty="0"/>
              <a:t>‘nostalgic</a:t>
            </a:r>
            <a:r>
              <a:rPr lang="zh-CN" altLang="en-US" dirty="0"/>
              <a:t> </a:t>
            </a:r>
            <a:r>
              <a:rPr lang="en-US" altLang="zh-CN" dirty="0"/>
              <a:t>pride’</a:t>
            </a:r>
            <a:r>
              <a:rPr lang="zh-CN" altLang="en-US" dirty="0"/>
              <a:t> </a:t>
            </a:r>
            <a:endParaRPr lang="en-US" altLang="zh-CN" dirty="0"/>
          </a:p>
        </p:txBody>
      </p:sp>
      <p:sp>
        <p:nvSpPr>
          <p:cNvPr id="4" name="Slide Number Placeholder 3">
            <a:extLst>
              <a:ext uri="{FF2B5EF4-FFF2-40B4-BE49-F238E27FC236}">
                <a16:creationId xmlns:a16="http://schemas.microsoft.com/office/drawing/2014/main" id="{D7AC2DB4-4FB3-3355-7C04-32F9C818786C}"/>
              </a:ext>
            </a:extLst>
          </p:cNvPr>
          <p:cNvSpPr>
            <a:spLocks noGrp="1"/>
          </p:cNvSpPr>
          <p:nvPr>
            <p:ph type="sldNum" sz="quarter" idx="12"/>
          </p:nvPr>
        </p:nvSpPr>
        <p:spPr/>
        <p:txBody>
          <a:bodyPr/>
          <a:lstStyle/>
          <a:p>
            <a:r>
              <a:rPr lang="en-US" dirty="0"/>
              <a:t>6</a:t>
            </a:r>
          </a:p>
        </p:txBody>
      </p:sp>
      <p:pic>
        <p:nvPicPr>
          <p:cNvPr id="10" name="Picture 9" descr="Scene from Beamish Living Museum, showing a 1900's style auto shop, with blue sky and clouds in the background and tram tracks.&#10;&#10;https://x.com/Beamish_Museum/status/1875565966601695292/photo/1">
            <a:extLst>
              <a:ext uri="{FF2B5EF4-FFF2-40B4-BE49-F238E27FC236}">
                <a16:creationId xmlns:a16="http://schemas.microsoft.com/office/drawing/2014/main" id="{765A7E99-54F4-76E6-2F7C-E7B33A7BAE33}"/>
              </a:ext>
            </a:extLst>
          </p:cNvPr>
          <p:cNvPicPr>
            <a:picLocks noChangeAspect="1"/>
          </p:cNvPicPr>
          <p:nvPr/>
        </p:nvPicPr>
        <p:blipFill>
          <a:blip r:embed="rId2"/>
          <a:srcRect r="44406"/>
          <a:stretch>
            <a:fillRect/>
          </a:stretch>
        </p:blipFill>
        <p:spPr>
          <a:xfrm>
            <a:off x="126685" y="1272170"/>
            <a:ext cx="4140515" cy="5585830"/>
          </a:xfrm>
          <a:prstGeom prst="rect">
            <a:avLst/>
          </a:prstGeom>
        </p:spPr>
      </p:pic>
    </p:spTree>
    <p:extLst>
      <p:ext uri="{BB962C8B-B14F-4D97-AF65-F5344CB8AC3E}">
        <p14:creationId xmlns:p14="http://schemas.microsoft.com/office/powerpoint/2010/main" val="1240533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416A8-2C49-1E42-31A5-732E36E6A8DB}"/>
              </a:ext>
            </a:extLst>
          </p:cNvPr>
          <p:cNvSpPr>
            <a:spLocks noGrp="1"/>
          </p:cNvSpPr>
          <p:nvPr>
            <p:ph type="title"/>
          </p:nvPr>
        </p:nvSpPr>
        <p:spPr/>
        <p:txBody>
          <a:bodyPr/>
          <a:lstStyle/>
          <a:p>
            <a:r>
              <a:rPr lang="en-US" altLang="zh-CN" dirty="0"/>
              <a:t>Key</a:t>
            </a:r>
            <a:r>
              <a:rPr lang="zh-CN" altLang="en-US" dirty="0"/>
              <a:t> </a:t>
            </a:r>
            <a:r>
              <a:rPr lang="en-US" altLang="zh-CN" dirty="0"/>
              <a:t>points:</a:t>
            </a:r>
            <a:r>
              <a:rPr lang="zh-CN" altLang="en-US" dirty="0"/>
              <a:t> </a:t>
            </a:r>
            <a:r>
              <a:rPr lang="en-US" altLang="zh-CN" dirty="0"/>
              <a:t>Song</a:t>
            </a:r>
            <a:r>
              <a:rPr lang="zh-CN" altLang="en-US" dirty="0"/>
              <a:t> </a:t>
            </a:r>
            <a:r>
              <a:rPr lang="en-US" altLang="zh-CN" dirty="0"/>
              <a:t>Dynasty</a:t>
            </a:r>
            <a:r>
              <a:rPr lang="zh-CN" altLang="en-US" dirty="0"/>
              <a:t> </a:t>
            </a:r>
            <a:r>
              <a:rPr lang="en-US" altLang="zh-CN" dirty="0"/>
              <a:t>Theme</a:t>
            </a:r>
            <a:r>
              <a:rPr lang="zh-CN" altLang="en-US" dirty="0"/>
              <a:t> </a:t>
            </a:r>
            <a:r>
              <a:rPr lang="en-US" altLang="zh-CN" dirty="0"/>
              <a:t>Parks</a:t>
            </a:r>
            <a:endParaRPr lang="en-CA" dirty="0"/>
          </a:p>
        </p:txBody>
      </p:sp>
      <p:sp>
        <p:nvSpPr>
          <p:cNvPr id="4" name="Slide Number Placeholder 3">
            <a:extLst>
              <a:ext uri="{FF2B5EF4-FFF2-40B4-BE49-F238E27FC236}">
                <a16:creationId xmlns:a16="http://schemas.microsoft.com/office/drawing/2014/main" id="{40D8B307-703E-A2A2-7E3D-153B91897354}"/>
              </a:ext>
            </a:extLst>
          </p:cNvPr>
          <p:cNvSpPr>
            <a:spLocks noGrp="1"/>
          </p:cNvSpPr>
          <p:nvPr>
            <p:ph type="sldNum" sz="quarter" idx="12"/>
          </p:nvPr>
        </p:nvSpPr>
        <p:spPr/>
        <p:txBody>
          <a:bodyPr/>
          <a:lstStyle/>
          <a:p>
            <a:r>
              <a:rPr lang="en-US" dirty="0"/>
              <a:t>7</a:t>
            </a:r>
          </a:p>
        </p:txBody>
      </p:sp>
      <p:pic>
        <p:nvPicPr>
          <p:cNvPr id="6" name="Picture 5" descr="Image of Millenium City Park in Kaifeng, China, showing a bridge modeled on the Rainbow Bridge from the Qingming scroll, along with other Song-style buildings in the background and many trees. Taller contemporary buildings can be seen in the distance. &#10;https://2023.qmsyun.com">
            <a:extLst>
              <a:ext uri="{FF2B5EF4-FFF2-40B4-BE49-F238E27FC236}">
                <a16:creationId xmlns:a16="http://schemas.microsoft.com/office/drawing/2014/main" id="{6FEE1E9F-8B20-FD18-C0BF-2BAA4FD9CCC6}"/>
              </a:ext>
            </a:extLst>
          </p:cNvPr>
          <p:cNvPicPr>
            <a:picLocks noChangeAspect="1"/>
          </p:cNvPicPr>
          <p:nvPr/>
        </p:nvPicPr>
        <p:blipFill>
          <a:blip r:embed="rId2"/>
          <a:stretch>
            <a:fillRect/>
          </a:stretch>
        </p:blipFill>
        <p:spPr>
          <a:xfrm>
            <a:off x="0" y="3918494"/>
            <a:ext cx="7772400" cy="2939506"/>
          </a:xfrm>
          <a:prstGeom prst="rect">
            <a:avLst/>
          </a:prstGeom>
        </p:spPr>
      </p:pic>
      <p:pic>
        <p:nvPicPr>
          <p:cNvPr id="8" name="Picture 7" descr="Song-style building that resembles the city gate structure from the Qingming scroll, in Song City park, Hangzhou, China.The building is decorated with flags.  Blue skies and clouds in the background, with trees in the foreground. &#10;https://www.songcn.com/">
            <a:extLst>
              <a:ext uri="{FF2B5EF4-FFF2-40B4-BE49-F238E27FC236}">
                <a16:creationId xmlns:a16="http://schemas.microsoft.com/office/drawing/2014/main" id="{A4E698EC-2699-DE58-4281-C1D12B0F9C6D}"/>
              </a:ext>
            </a:extLst>
          </p:cNvPr>
          <p:cNvPicPr>
            <a:picLocks noChangeAspect="1"/>
          </p:cNvPicPr>
          <p:nvPr/>
        </p:nvPicPr>
        <p:blipFill>
          <a:blip r:embed="rId3"/>
          <a:stretch>
            <a:fillRect/>
          </a:stretch>
        </p:blipFill>
        <p:spPr>
          <a:xfrm>
            <a:off x="7283738" y="3245826"/>
            <a:ext cx="4908262" cy="3612174"/>
          </a:xfrm>
          <a:prstGeom prst="rect">
            <a:avLst/>
          </a:prstGeom>
        </p:spPr>
      </p:pic>
      <p:sp>
        <p:nvSpPr>
          <p:cNvPr id="3" name="Content Placeholder 2">
            <a:extLst>
              <a:ext uri="{FF2B5EF4-FFF2-40B4-BE49-F238E27FC236}">
                <a16:creationId xmlns:a16="http://schemas.microsoft.com/office/drawing/2014/main" id="{225EA484-9D81-AEA9-CAAC-808AA837455C}"/>
              </a:ext>
            </a:extLst>
          </p:cNvPr>
          <p:cNvSpPr>
            <a:spLocks noGrp="1"/>
          </p:cNvSpPr>
          <p:nvPr>
            <p:ph idx="1"/>
          </p:nvPr>
        </p:nvSpPr>
        <p:spPr/>
        <p:txBody>
          <a:bodyPr/>
          <a:lstStyle/>
          <a:p>
            <a:r>
              <a:rPr lang="en-US" altLang="zh-CN" dirty="0"/>
              <a:t>Millenium</a:t>
            </a:r>
            <a:r>
              <a:rPr lang="zh-CN" altLang="en-US" dirty="0"/>
              <a:t> </a:t>
            </a:r>
            <a:r>
              <a:rPr lang="en-US" altLang="zh-CN" dirty="0"/>
              <a:t>City</a:t>
            </a:r>
            <a:r>
              <a:rPr lang="zh-CN" altLang="en-US" dirty="0"/>
              <a:t> </a:t>
            </a:r>
            <a:r>
              <a:rPr lang="en-US" altLang="zh-CN" dirty="0"/>
              <a:t>Park</a:t>
            </a:r>
            <a:r>
              <a:rPr lang="zh-CN" altLang="en-US" dirty="0"/>
              <a:t> </a:t>
            </a:r>
            <a:r>
              <a:rPr lang="en-US" altLang="zh-CN" dirty="0"/>
              <a:t>(</a:t>
            </a:r>
            <a:r>
              <a:rPr lang="en-US" altLang="zh-CN" i="1" dirty="0"/>
              <a:t>Qingming</a:t>
            </a:r>
            <a:r>
              <a:rPr lang="zh-CN" altLang="en-US" i="1" dirty="0"/>
              <a:t> </a:t>
            </a:r>
            <a:r>
              <a:rPr lang="en-US" altLang="zh-CN" i="1" dirty="0" err="1"/>
              <a:t>shanghe</a:t>
            </a:r>
            <a:r>
              <a:rPr lang="zh-CN" altLang="en-US" i="1" dirty="0"/>
              <a:t> </a:t>
            </a:r>
            <a:r>
              <a:rPr lang="en-US" altLang="zh-CN" i="1" dirty="0"/>
              <a:t>yuan</a:t>
            </a:r>
            <a:r>
              <a:rPr lang="zh-CN" altLang="en-US" i="1" dirty="0"/>
              <a:t> </a:t>
            </a:r>
            <a:r>
              <a:rPr lang="zh-CN" altLang="en-US" dirty="0"/>
              <a:t>清明上河园</a:t>
            </a:r>
            <a:r>
              <a:rPr lang="en-US" altLang="zh-CN" dirty="0"/>
              <a:t>),</a:t>
            </a:r>
            <a:r>
              <a:rPr lang="zh-CN" altLang="en-US" dirty="0"/>
              <a:t> </a:t>
            </a:r>
            <a:r>
              <a:rPr lang="en-US" altLang="zh-CN" dirty="0"/>
              <a:t>Kaifeng.</a:t>
            </a:r>
            <a:r>
              <a:rPr lang="zh-CN" altLang="en-US" dirty="0"/>
              <a:t> </a:t>
            </a:r>
            <a:r>
              <a:rPr lang="en-US" altLang="zh-CN" dirty="0"/>
              <a:t>(N.</a:t>
            </a:r>
            <a:r>
              <a:rPr lang="zh-CN" altLang="en-US" dirty="0"/>
              <a:t> </a:t>
            </a:r>
            <a:r>
              <a:rPr lang="en-US" altLang="zh-CN" dirty="0"/>
              <a:t>Song</a:t>
            </a:r>
            <a:r>
              <a:rPr lang="zh-CN" altLang="en-US" dirty="0"/>
              <a:t> </a:t>
            </a:r>
            <a:r>
              <a:rPr lang="en-US" altLang="zh-CN" dirty="0"/>
              <a:t>capital)</a:t>
            </a:r>
          </a:p>
          <a:p>
            <a:r>
              <a:rPr lang="en-US" altLang="zh-CN" dirty="0"/>
              <a:t>Song</a:t>
            </a:r>
            <a:r>
              <a:rPr lang="zh-CN" altLang="en-US" dirty="0"/>
              <a:t> </a:t>
            </a:r>
            <a:r>
              <a:rPr lang="en-US" altLang="zh-CN" dirty="0"/>
              <a:t>City</a:t>
            </a:r>
            <a:r>
              <a:rPr lang="zh-CN" altLang="en-US" dirty="0"/>
              <a:t> </a:t>
            </a:r>
            <a:r>
              <a:rPr lang="en-US" altLang="zh-CN" dirty="0"/>
              <a:t>(</a:t>
            </a:r>
            <a:r>
              <a:rPr lang="en-US" altLang="zh-CN" i="1" dirty="0"/>
              <a:t>Song</a:t>
            </a:r>
            <a:r>
              <a:rPr lang="zh-CN" altLang="en-US" i="1" dirty="0"/>
              <a:t> </a:t>
            </a:r>
            <a:r>
              <a:rPr lang="en-US" altLang="zh-CN" i="1" dirty="0" err="1"/>
              <a:t>cheng</a:t>
            </a:r>
            <a:r>
              <a:rPr lang="zh-CN" altLang="en-US" i="1" dirty="0"/>
              <a:t> </a:t>
            </a:r>
            <a:r>
              <a:rPr lang="zh-CN" altLang="en-US" dirty="0"/>
              <a:t>宋城</a:t>
            </a:r>
            <a:r>
              <a:rPr lang="en-US" altLang="zh-CN" dirty="0"/>
              <a:t>),</a:t>
            </a:r>
            <a:r>
              <a:rPr lang="zh-CN" altLang="en-US" dirty="0"/>
              <a:t> </a:t>
            </a:r>
            <a:r>
              <a:rPr lang="en-US" altLang="zh-CN" dirty="0"/>
              <a:t>Hangzhou</a:t>
            </a:r>
            <a:r>
              <a:rPr lang="zh-CN" altLang="en-US" dirty="0"/>
              <a:t> </a:t>
            </a:r>
            <a:r>
              <a:rPr lang="en-US" altLang="zh-CN" dirty="0"/>
              <a:t>(S.</a:t>
            </a:r>
            <a:r>
              <a:rPr lang="zh-CN" altLang="en-US" dirty="0"/>
              <a:t> </a:t>
            </a:r>
            <a:r>
              <a:rPr lang="en-US" altLang="zh-CN" dirty="0"/>
              <a:t>Song</a:t>
            </a:r>
            <a:r>
              <a:rPr lang="zh-CN" altLang="en-US" dirty="0"/>
              <a:t> </a:t>
            </a:r>
            <a:r>
              <a:rPr lang="en-US" altLang="zh-CN" dirty="0"/>
              <a:t>capital)</a:t>
            </a:r>
            <a:r>
              <a:rPr lang="zh-CN" altLang="en-US" dirty="0"/>
              <a:t> </a:t>
            </a:r>
            <a:endParaRPr lang="en-US" altLang="zh-CN" dirty="0"/>
          </a:p>
          <a:p>
            <a:r>
              <a:rPr lang="en-US" altLang="zh-CN" dirty="0"/>
              <a:t>Both</a:t>
            </a:r>
            <a:r>
              <a:rPr lang="zh-CN" altLang="en-US" dirty="0"/>
              <a:t> </a:t>
            </a:r>
            <a:r>
              <a:rPr lang="en-US" altLang="zh-CN" dirty="0"/>
              <a:t>feature</a:t>
            </a:r>
            <a:r>
              <a:rPr lang="zh-CN" altLang="en-US" dirty="0"/>
              <a:t> </a:t>
            </a:r>
            <a:r>
              <a:rPr lang="en-US" altLang="zh-CN" dirty="0"/>
              <a:t>architecture</a:t>
            </a:r>
            <a:r>
              <a:rPr lang="zh-CN" altLang="en-US" dirty="0"/>
              <a:t> </a:t>
            </a:r>
            <a:r>
              <a:rPr lang="en-US" altLang="zh-CN" dirty="0"/>
              <a:t>&amp;</a:t>
            </a:r>
            <a:r>
              <a:rPr lang="zh-CN" altLang="en-US" dirty="0"/>
              <a:t> </a:t>
            </a:r>
            <a:r>
              <a:rPr lang="en-US" altLang="zh-CN" dirty="0"/>
              <a:t>scenes</a:t>
            </a:r>
            <a:r>
              <a:rPr lang="zh-CN" altLang="en-US" dirty="0"/>
              <a:t> </a:t>
            </a:r>
            <a:r>
              <a:rPr lang="en-US" altLang="zh-CN" dirty="0"/>
              <a:t>directly</a:t>
            </a:r>
            <a:r>
              <a:rPr lang="zh-CN" altLang="en-US" dirty="0"/>
              <a:t> </a:t>
            </a:r>
            <a:r>
              <a:rPr lang="en-US" altLang="zh-CN" dirty="0"/>
              <a:t>inspired</a:t>
            </a:r>
            <a:r>
              <a:rPr lang="zh-CN" altLang="en-US" dirty="0"/>
              <a:t> </a:t>
            </a:r>
            <a:r>
              <a:rPr lang="en-US" altLang="zh-CN" dirty="0"/>
              <a:t>by</a:t>
            </a:r>
            <a:r>
              <a:rPr lang="zh-CN" altLang="en-US" dirty="0"/>
              <a:t> </a:t>
            </a:r>
            <a:r>
              <a:rPr lang="en-US" altLang="zh-CN" dirty="0"/>
              <a:t>Qingming</a:t>
            </a:r>
            <a:r>
              <a:rPr lang="zh-CN" altLang="en-US" dirty="0"/>
              <a:t> </a:t>
            </a:r>
            <a:r>
              <a:rPr lang="en-US" altLang="zh-CN" dirty="0"/>
              <a:t>painting</a:t>
            </a:r>
          </a:p>
          <a:p>
            <a:r>
              <a:rPr lang="en-US" altLang="zh-CN" dirty="0"/>
              <a:t>But</a:t>
            </a:r>
            <a:r>
              <a:rPr lang="zh-CN" altLang="en-US" dirty="0"/>
              <a:t> </a:t>
            </a:r>
            <a:r>
              <a:rPr lang="en-US" altLang="zh-CN" dirty="0"/>
              <a:t>also</a:t>
            </a:r>
            <a:r>
              <a:rPr lang="zh-CN" altLang="en-US" dirty="0"/>
              <a:t> </a:t>
            </a:r>
            <a:r>
              <a:rPr lang="en-US" altLang="zh-CN" dirty="0"/>
              <a:t>other</a:t>
            </a:r>
            <a:r>
              <a:rPr lang="zh-CN" altLang="en-US" dirty="0"/>
              <a:t> </a:t>
            </a:r>
            <a:r>
              <a:rPr lang="en-US" altLang="zh-CN" dirty="0"/>
              <a:t>performances,</a:t>
            </a:r>
            <a:r>
              <a:rPr lang="zh-CN" altLang="en-US" dirty="0"/>
              <a:t> </a:t>
            </a:r>
            <a:r>
              <a:rPr lang="en-US" altLang="zh-CN" dirty="0"/>
              <a:t>structures,</a:t>
            </a:r>
            <a:r>
              <a:rPr lang="zh-CN" altLang="en-US" dirty="0"/>
              <a:t> </a:t>
            </a:r>
            <a:r>
              <a:rPr lang="en-US" altLang="zh-CN" dirty="0"/>
              <a:t>activities</a:t>
            </a:r>
          </a:p>
          <a:p>
            <a:r>
              <a:rPr lang="en-US" altLang="zh-CN" dirty="0"/>
              <a:t>Some</a:t>
            </a:r>
            <a:r>
              <a:rPr lang="zh-CN" altLang="en-US" dirty="0"/>
              <a:t> </a:t>
            </a:r>
            <a:r>
              <a:rPr lang="en-US" altLang="zh-CN" dirty="0"/>
              <a:t>inspired</a:t>
            </a:r>
            <a:r>
              <a:rPr lang="zh-CN" altLang="en-US" dirty="0"/>
              <a:t> </a:t>
            </a:r>
            <a:r>
              <a:rPr lang="en-US" altLang="zh-CN" dirty="0"/>
              <a:t>by</a:t>
            </a:r>
            <a:r>
              <a:rPr lang="zh-CN" altLang="en-US" dirty="0"/>
              <a:t> </a:t>
            </a:r>
            <a:r>
              <a:rPr lang="en-US" altLang="zh-CN" dirty="0"/>
              <a:t>traditional</a:t>
            </a:r>
            <a:r>
              <a:rPr lang="zh-CN" altLang="en-US" dirty="0"/>
              <a:t> </a:t>
            </a:r>
            <a:r>
              <a:rPr lang="en-US" altLang="zh-CN" dirty="0"/>
              <a:t>crafts</a:t>
            </a:r>
            <a:r>
              <a:rPr lang="zh-CN" altLang="en-US" dirty="0"/>
              <a:t> </a:t>
            </a:r>
            <a:r>
              <a:rPr lang="en-US" altLang="zh-CN" dirty="0"/>
              <a:t>&amp;</a:t>
            </a:r>
            <a:r>
              <a:rPr lang="zh-CN" altLang="en-US" dirty="0"/>
              <a:t> </a:t>
            </a:r>
            <a:r>
              <a:rPr lang="en-US" altLang="zh-CN" dirty="0"/>
              <a:t>styles,</a:t>
            </a:r>
            <a:r>
              <a:rPr lang="zh-CN" altLang="en-US" dirty="0"/>
              <a:t> </a:t>
            </a:r>
            <a:r>
              <a:rPr lang="en-US" altLang="zh-CN" dirty="0"/>
              <a:t>others</a:t>
            </a:r>
            <a:r>
              <a:rPr lang="zh-CN" altLang="en-US" dirty="0"/>
              <a:t> </a:t>
            </a:r>
            <a:r>
              <a:rPr lang="en-US" altLang="zh-CN" dirty="0"/>
              <a:t>not...</a:t>
            </a:r>
          </a:p>
          <a:p>
            <a:r>
              <a:rPr lang="en-US" altLang="zh-CN" dirty="0"/>
              <a:t>Rather</a:t>
            </a:r>
            <a:r>
              <a:rPr lang="zh-CN" altLang="en-US" dirty="0"/>
              <a:t> </a:t>
            </a:r>
            <a:r>
              <a:rPr lang="en-US" altLang="zh-CN" dirty="0"/>
              <a:t>than</a:t>
            </a:r>
            <a:r>
              <a:rPr lang="zh-CN" altLang="en-US" dirty="0"/>
              <a:t> </a:t>
            </a:r>
            <a:r>
              <a:rPr lang="en-US" altLang="zh-CN" dirty="0"/>
              <a:t>‘authenticity’,</a:t>
            </a:r>
            <a:r>
              <a:rPr lang="zh-CN" altLang="en-US" dirty="0"/>
              <a:t> </a:t>
            </a:r>
            <a:r>
              <a:rPr lang="en-US" altLang="zh-CN" dirty="0"/>
              <a:t>focus</a:t>
            </a:r>
            <a:r>
              <a:rPr lang="zh-CN" altLang="en-US" dirty="0"/>
              <a:t> </a:t>
            </a:r>
            <a:r>
              <a:rPr lang="en-US" altLang="zh-CN" dirty="0"/>
              <a:t>is</a:t>
            </a:r>
            <a:r>
              <a:rPr lang="zh-CN" altLang="en-US" dirty="0"/>
              <a:t> </a:t>
            </a:r>
            <a:r>
              <a:rPr lang="en-US" altLang="zh-CN" dirty="0"/>
              <a:t>on</a:t>
            </a:r>
            <a:r>
              <a:rPr lang="zh-CN" altLang="en-US" dirty="0"/>
              <a:t> </a:t>
            </a:r>
            <a:r>
              <a:rPr lang="en-US" altLang="zh-CN" dirty="0"/>
              <a:t>idealized</a:t>
            </a:r>
            <a:r>
              <a:rPr lang="zh-CN" altLang="en-US" dirty="0"/>
              <a:t> </a:t>
            </a:r>
            <a:r>
              <a:rPr lang="en-US" altLang="zh-CN" dirty="0"/>
              <a:t>version</a:t>
            </a:r>
            <a:r>
              <a:rPr lang="zh-CN" altLang="en-US" dirty="0"/>
              <a:t> </a:t>
            </a:r>
            <a:r>
              <a:rPr lang="en-US" altLang="zh-CN" dirty="0"/>
              <a:t>of</a:t>
            </a:r>
            <a:r>
              <a:rPr lang="zh-CN" altLang="en-US" dirty="0"/>
              <a:t> </a:t>
            </a:r>
            <a:r>
              <a:rPr lang="en-US" altLang="zh-CN" dirty="0"/>
              <a:t>Song</a:t>
            </a:r>
            <a:r>
              <a:rPr lang="zh-CN" altLang="en-US" dirty="0"/>
              <a:t> </a:t>
            </a:r>
            <a:r>
              <a:rPr lang="en-US" altLang="zh-CN" dirty="0"/>
              <a:t>culture,</a:t>
            </a:r>
            <a:r>
              <a:rPr lang="zh-CN" altLang="en-US" dirty="0"/>
              <a:t> </a:t>
            </a:r>
            <a:r>
              <a:rPr lang="en-US" altLang="zh-CN" dirty="0"/>
              <a:t>plus</a:t>
            </a:r>
            <a:r>
              <a:rPr lang="zh-CN" altLang="en-US" dirty="0"/>
              <a:t> </a:t>
            </a:r>
            <a:r>
              <a:rPr lang="en-US" altLang="zh-CN" dirty="0"/>
              <a:t>historical</a:t>
            </a:r>
            <a:r>
              <a:rPr lang="zh-CN" altLang="en-US" dirty="0"/>
              <a:t> </a:t>
            </a:r>
            <a:r>
              <a:rPr lang="en-US" altLang="zh-CN" dirty="0"/>
              <a:t>fantasy</a:t>
            </a:r>
            <a:r>
              <a:rPr lang="zh-CN" altLang="en-US" dirty="0"/>
              <a:t> </a:t>
            </a:r>
            <a:r>
              <a:rPr lang="en-US" altLang="zh-CN" dirty="0"/>
              <a:t>of</a:t>
            </a:r>
            <a:r>
              <a:rPr lang="zh-CN" altLang="en-US" dirty="0"/>
              <a:t> </a:t>
            </a:r>
            <a:r>
              <a:rPr lang="en-US" altLang="zh-CN" dirty="0"/>
              <a:t>unspecified</a:t>
            </a:r>
            <a:r>
              <a:rPr lang="zh-CN" altLang="en-US" dirty="0"/>
              <a:t> </a:t>
            </a:r>
            <a:r>
              <a:rPr lang="en-US" altLang="zh-CN" dirty="0"/>
              <a:t>period,</a:t>
            </a:r>
            <a:r>
              <a:rPr lang="zh-CN" altLang="en-US" dirty="0"/>
              <a:t> </a:t>
            </a:r>
            <a:r>
              <a:rPr lang="en-US" altLang="zh-CN" dirty="0"/>
              <a:t>inspired</a:t>
            </a:r>
            <a:r>
              <a:rPr lang="zh-CN" altLang="en-US" dirty="0"/>
              <a:t> </a:t>
            </a:r>
            <a:r>
              <a:rPr lang="en-US" altLang="zh-CN" dirty="0"/>
              <a:t>by</a:t>
            </a:r>
            <a:r>
              <a:rPr lang="zh-CN" altLang="en-US" dirty="0"/>
              <a:t> </a:t>
            </a:r>
            <a:r>
              <a:rPr lang="en-US" altLang="zh-CN" dirty="0"/>
              <a:t>contemporary</a:t>
            </a:r>
            <a:r>
              <a:rPr lang="zh-CN" altLang="en-US" dirty="0"/>
              <a:t> </a:t>
            </a:r>
            <a:r>
              <a:rPr lang="en-US" altLang="zh-CN" dirty="0"/>
              <a:t>trends</a:t>
            </a:r>
            <a:r>
              <a:rPr lang="zh-CN" altLang="en-US" dirty="0"/>
              <a:t> </a:t>
            </a:r>
            <a:r>
              <a:rPr lang="en-US" altLang="zh-CN" dirty="0"/>
              <a:t>and</a:t>
            </a:r>
            <a:r>
              <a:rPr lang="zh-CN" altLang="en-US" dirty="0"/>
              <a:t> </a:t>
            </a:r>
            <a:r>
              <a:rPr lang="en-US" altLang="zh-CN" dirty="0"/>
              <a:t>interests.</a:t>
            </a:r>
            <a:r>
              <a:rPr lang="zh-CN" altLang="en-US" dirty="0"/>
              <a:t> </a:t>
            </a:r>
            <a:endParaRPr lang="en-US" altLang="zh-CN" dirty="0"/>
          </a:p>
          <a:p>
            <a:r>
              <a:rPr lang="en-US" altLang="zh-CN" dirty="0"/>
              <a:t>Resemblance</a:t>
            </a:r>
            <a:r>
              <a:rPr lang="zh-CN" altLang="en-US" dirty="0"/>
              <a:t> </a:t>
            </a:r>
            <a:r>
              <a:rPr lang="en-US" altLang="zh-CN" dirty="0"/>
              <a:t>to</a:t>
            </a:r>
            <a:r>
              <a:rPr lang="zh-CN" altLang="en-US" dirty="0"/>
              <a:t> </a:t>
            </a:r>
            <a:r>
              <a:rPr lang="en-US" altLang="zh-CN" dirty="0"/>
              <a:t>scenes</a:t>
            </a:r>
            <a:r>
              <a:rPr lang="zh-CN" altLang="en-US" dirty="0"/>
              <a:t> </a:t>
            </a:r>
            <a:r>
              <a:rPr lang="en-US" altLang="zh-CN" dirty="0"/>
              <a:t>in</a:t>
            </a:r>
            <a:r>
              <a:rPr lang="zh-CN" altLang="en-US" dirty="0"/>
              <a:t> </a:t>
            </a:r>
            <a:r>
              <a:rPr lang="en-US" altLang="zh-CN" dirty="0"/>
              <a:t>the</a:t>
            </a:r>
            <a:r>
              <a:rPr lang="zh-CN" altLang="en-US" dirty="0"/>
              <a:t> </a:t>
            </a:r>
            <a:r>
              <a:rPr lang="en-US" altLang="zh-CN" dirty="0"/>
              <a:t>painting</a:t>
            </a:r>
            <a:r>
              <a:rPr lang="zh-CN" altLang="en-US" dirty="0"/>
              <a:t> </a:t>
            </a:r>
            <a:r>
              <a:rPr lang="en-US" altLang="zh-CN" dirty="0"/>
              <a:t>is</a:t>
            </a:r>
            <a:r>
              <a:rPr lang="zh-CN" altLang="en-US" dirty="0"/>
              <a:t> </a:t>
            </a:r>
            <a:r>
              <a:rPr lang="en-US" altLang="zh-CN" dirty="0"/>
              <a:t>its</a:t>
            </a:r>
            <a:r>
              <a:rPr lang="zh-CN" altLang="en-US" dirty="0"/>
              <a:t> </a:t>
            </a:r>
            <a:r>
              <a:rPr lang="en-US" altLang="zh-CN" dirty="0"/>
              <a:t>own</a:t>
            </a:r>
            <a:r>
              <a:rPr lang="zh-CN" altLang="en-US" dirty="0"/>
              <a:t> </a:t>
            </a:r>
            <a:r>
              <a:rPr lang="en-US" altLang="zh-CN" dirty="0"/>
              <a:t>‘authenticity,’</a:t>
            </a:r>
            <a:r>
              <a:rPr lang="zh-CN" altLang="en-US" dirty="0"/>
              <a:t> </a:t>
            </a:r>
            <a:endParaRPr lang="en-US" altLang="zh-CN" dirty="0"/>
          </a:p>
          <a:p>
            <a:r>
              <a:rPr lang="en-US" altLang="zh-CN" dirty="0"/>
              <a:t>Regardless</a:t>
            </a:r>
            <a:r>
              <a:rPr lang="zh-CN" altLang="en-US" dirty="0"/>
              <a:t> </a:t>
            </a:r>
            <a:r>
              <a:rPr lang="en-US" altLang="zh-CN" dirty="0"/>
              <a:t>of</a:t>
            </a:r>
            <a:r>
              <a:rPr lang="zh-CN" altLang="en-US" dirty="0"/>
              <a:t> </a:t>
            </a:r>
            <a:r>
              <a:rPr lang="en-US" altLang="zh-CN" dirty="0"/>
              <a:t>how</a:t>
            </a:r>
            <a:r>
              <a:rPr lang="zh-CN" altLang="en-US" dirty="0"/>
              <a:t> </a:t>
            </a:r>
            <a:r>
              <a:rPr lang="en-US" altLang="zh-CN" dirty="0"/>
              <a:t>those</a:t>
            </a:r>
            <a:r>
              <a:rPr lang="zh-CN" altLang="en-US" dirty="0"/>
              <a:t> </a:t>
            </a:r>
            <a:r>
              <a:rPr lang="en-US" altLang="zh-CN" dirty="0"/>
              <a:t>scenes</a:t>
            </a:r>
            <a:r>
              <a:rPr lang="zh-CN" altLang="en-US" dirty="0"/>
              <a:t> </a:t>
            </a:r>
            <a:r>
              <a:rPr lang="en-US" altLang="zh-CN" dirty="0"/>
              <a:t>relate</a:t>
            </a:r>
            <a:r>
              <a:rPr lang="zh-CN" altLang="en-US" dirty="0"/>
              <a:t> </a:t>
            </a:r>
            <a:r>
              <a:rPr lang="en-US" altLang="zh-CN" dirty="0"/>
              <a:t>to</a:t>
            </a:r>
            <a:r>
              <a:rPr lang="zh-CN" altLang="en-US" dirty="0"/>
              <a:t> </a:t>
            </a:r>
            <a:r>
              <a:rPr lang="en-US" altLang="zh-CN" dirty="0"/>
              <a:t>other</a:t>
            </a:r>
            <a:r>
              <a:rPr lang="zh-CN" altLang="en-US" dirty="0"/>
              <a:t> </a:t>
            </a:r>
            <a:r>
              <a:rPr lang="en-US" altLang="zh-CN" dirty="0"/>
              <a:t>parts</a:t>
            </a:r>
            <a:r>
              <a:rPr lang="zh-CN" altLang="en-US" dirty="0"/>
              <a:t> </a:t>
            </a:r>
            <a:r>
              <a:rPr lang="en-US" altLang="zh-CN" dirty="0"/>
              <a:t>of</a:t>
            </a:r>
            <a:r>
              <a:rPr lang="zh-CN" altLang="en-US" dirty="0"/>
              <a:t> </a:t>
            </a:r>
            <a:r>
              <a:rPr lang="en-US" altLang="zh-CN" dirty="0"/>
              <a:t>history.</a:t>
            </a:r>
            <a:endParaRPr lang="en-CA" dirty="0"/>
          </a:p>
        </p:txBody>
      </p:sp>
    </p:spTree>
    <p:extLst>
      <p:ext uri="{BB962C8B-B14F-4D97-AF65-F5344CB8AC3E}">
        <p14:creationId xmlns:p14="http://schemas.microsoft.com/office/powerpoint/2010/main" val="3626994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nodeType="clickEffect">
                                  <p:stCondLst>
                                    <p:cond delay="0"/>
                                  </p:stCondLst>
                                  <p:childTnLst>
                                    <p:animMotion origin="layout" path="M 2.29167E-6 4.07407E-6 L -0.17018 0.12407 " pathEditMode="relative" rAng="0" ptsTypes="AA">
                                      <p:cBhvr>
                                        <p:cTn id="22" dur="2000" fill="hold"/>
                                        <p:tgtEl>
                                          <p:spTgt spid="6"/>
                                        </p:tgtEl>
                                        <p:attrNameLst>
                                          <p:attrName>ppt_x</p:attrName>
                                          <p:attrName>ppt_y</p:attrName>
                                        </p:attrNameLst>
                                      </p:cBhvr>
                                      <p:rCtr x="-10000" y="7315"/>
                                    </p:animMotion>
                                  </p:childTnLst>
                                </p:cTn>
                              </p:par>
                              <p:par>
                                <p:cTn id="23" presetID="6" presetClass="emph" presetSubtype="0" fill="hold" nodeType="withEffect">
                                  <p:stCondLst>
                                    <p:cond delay="0"/>
                                  </p:stCondLst>
                                  <p:childTnLst>
                                    <p:animScale>
                                      <p:cBhvr>
                                        <p:cTn id="24" dur="2000" fill="hold"/>
                                        <p:tgtEl>
                                          <p:spTgt spid="6"/>
                                        </p:tgtEl>
                                      </p:cBhvr>
                                      <p:by x="50000" y="50000"/>
                                    </p:animScale>
                                  </p:childTnLst>
                                </p:cTn>
                              </p:par>
                              <p:par>
                                <p:cTn id="25" presetID="6" presetClass="emph" presetSubtype="0" fill="hold" nodeType="withEffect">
                                  <p:stCondLst>
                                    <p:cond delay="0"/>
                                  </p:stCondLst>
                                  <p:childTnLst>
                                    <p:animScale>
                                      <p:cBhvr>
                                        <p:cTn id="26" dur="2000" fill="hold"/>
                                        <p:tgtEl>
                                          <p:spTgt spid="8"/>
                                        </p:tgtEl>
                                      </p:cBhvr>
                                      <p:by x="50000" y="50000"/>
                                    </p:animScale>
                                  </p:childTnLst>
                                </p:cTn>
                              </p:par>
                              <p:par>
                                <p:cTn id="27" presetID="0" presetClass="path" presetSubtype="0" accel="50000" decel="50000" fill="hold" nodeType="withEffect">
                                  <p:stCondLst>
                                    <p:cond delay="0"/>
                                  </p:stCondLst>
                                  <p:childTnLst>
                                    <p:animMotion origin="layout" path="M -0.00169 -0.01759 L 0.10273 0.12547 " pathEditMode="relative" ptsTypes="AA">
                                      <p:cBhvr>
                                        <p:cTn id="28" dur="2000" fill="hold"/>
                                        <p:tgtEl>
                                          <p:spTgt spid="8"/>
                                        </p:tgtEl>
                                        <p:attrNameLst>
                                          <p:attrName>ppt_x</p:attrName>
                                          <p:attrName>ppt_y</p:attrName>
                                        </p:attrNameLst>
                                      </p:cBhvr>
                                    </p:animMotion>
                                  </p:childTnLst>
                                </p:cTn>
                              </p:par>
                              <p:par>
                                <p:cTn id="29" presetID="1" presetClass="entr" presetSubtype="0" fill="hold" grpId="0"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2505A-CEA8-3877-0A21-4D5F7FC0DE16}"/>
              </a:ext>
            </a:extLst>
          </p:cNvPr>
          <p:cNvSpPr>
            <a:spLocks noGrp="1"/>
          </p:cNvSpPr>
          <p:nvPr>
            <p:ph type="title"/>
          </p:nvPr>
        </p:nvSpPr>
        <p:spPr/>
        <p:txBody>
          <a:bodyPr/>
          <a:lstStyle/>
          <a:p>
            <a:r>
              <a:rPr lang="en-US" altLang="zh-TW" dirty="0"/>
              <a:t>Other</a:t>
            </a:r>
            <a:r>
              <a:rPr lang="zh-TW" altLang="en-US" dirty="0"/>
              <a:t> </a:t>
            </a:r>
            <a:r>
              <a:rPr lang="en-US" altLang="zh-TW" dirty="0"/>
              <a:t>things</a:t>
            </a:r>
            <a:r>
              <a:rPr lang="zh-TW" altLang="en-US" dirty="0"/>
              <a:t> </a:t>
            </a:r>
            <a:r>
              <a:rPr lang="en-US" altLang="zh-TW" dirty="0"/>
              <a:t>to</a:t>
            </a:r>
            <a:r>
              <a:rPr lang="zh-TW" altLang="en-US" dirty="0"/>
              <a:t> </a:t>
            </a:r>
            <a:r>
              <a:rPr lang="en-US" altLang="zh-TW" dirty="0"/>
              <a:t>note</a:t>
            </a:r>
            <a:endParaRPr lang="en-CA" dirty="0"/>
          </a:p>
        </p:txBody>
      </p:sp>
      <p:sp>
        <p:nvSpPr>
          <p:cNvPr id="3" name="Content Placeholder 2">
            <a:extLst>
              <a:ext uri="{FF2B5EF4-FFF2-40B4-BE49-F238E27FC236}">
                <a16:creationId xmlns:a16="http://schemas.microsoft.com/office/drawing/2014/main" id="{FC9323FD-9DF8-7C8A-7A80-B8EFD3D6FADF}"/>
              </a:ext>
            </a:extLst>
          </p:cNvPr>
          <p:cNvSpPr>
            <a:spLocks noGrp="1"/>
          </p:cNvSpPr>
          <p:nvPr>
            <p:ph idx="1"/>
          </p:nvPr>
        </p:nvSpPr>
        <p:spPr/>
        <p:txBody>
          <a:bodyPr/>
          <a:lstStyle/>
          <a:p>
            <a:r>
              <a:rPr lang="en-US" altLang="zh-TW" dirty="0"/>
              <a:t>What</a:t>
            </a:r>
            <a:r>
              <a:rPr lang="zh-TW" altLang="en-US" dirty="0"/>
              <a:t> </a:t>
            </a:r>
            <a:r>
              <a:rPr lang="en-US" altLang="zh-TW" dirty="0"/>
              <a:t>‘primary</a:t>
            </a:r>
            <a:r>
              <a:rPr lang="zh-TW" altLang="en-US" dirty="0"/>
              <a:t> </a:t>
            </a:r>
            <a:r>
              <a:rPr lang="en-US" altLang="zh-TW" dirty="0"/>
              <a:t>sources’</a:t>
            </a:r>
            <a:r>
              <a:rPr lang="zh-TW" altLang="en-US" dirty="0"/>
              <a:t> </a:t>
            </a:r>
            <a:r>
              <a:rPr lang="en-US" altLang="zh-TW" dirty="0"/>
              <a:t>do</a:t>
            </a:r>
            <a:r>
              <a:rPr lang="zh-TW" altLang="en-US" dirty="0"/>
              <a:t> </a:t>
            </a:r>
            <a:r>
              <a:rPr lang="en-US" altLang="zh-TW" dirty="0"/>
              <a:t>Ludwig</a:t>
            </a:r>
            <a:r>
              <a:rPr lang="zh-TW" altLang="en-US" dirty="0"/>
              <a:t> </a:t>
            </a:r>
            <a:r>
              <a:rPr lang="en-US" altLang="zh-TW" dirty="0"/>
              <a:t>and</a:t>
            </a:r>
            <a:r>
              <a:rPr lang="zh-TW" altLang="en-US" dirty="0"/>
              <a:t> </a:t>
            </a:r>
            <a:r>
              <a:rPr lang="en-US" altLang="zh-TW" dirty="0"/>
              <a:t>Wang</a:t>
            </a:r>
            <a:r>
              <a:rPr lang="zh-TW" altLang="en-US" dirty="0"/>
              <a:t> </a:t>
            </a:r>
            <a:r>
              <a:rPr lang="en-US" altLang="zh-TW" dirty="0"/>
              <a:t>consult?</a:t>
            </a:r>
            <a:r>
              <a:rPr lang="zh-TW" altLang="en-US" dirty="0"/>
              <a:t> </a:t>
            </a:r>
            <a:endParaRPr lang="en-US" altLang="zh-TW" dirty="0"/>
          </a:p>
          <a:p>
            <a:pPr lvl="1"/>
            <a:r>
              <a:rPr lang="en-US" altLang="zh-TW" dirty="0"/>
              <a:t>How</a:t>
            </a:r>
            <a:r>
              <a:rPr lang="zh-TW" altLang="en-US" dirty="0"/>
              <a:t> </a:t>
            </a:r>
            <a:r>
              <a:rPr lang="en-US" altLang="zh-TW" dirty="0"/>
              <a:t>do</a:t>
            </a:r>
            <a:r>
              <a:rPr lang="zh-TW" altLang="en-US" dirty="0"/>
              <a:t> </a:t>
            </a:r>
            <a:r>
              <a:rPr lang="en-US" altLang="zh-TW" dirty="0"/>
              <a:t>they</a:t>
            </a:r>
            <a:r>
              <a:rPr lang="zh-TW" altLang="en-US" dirty="0"/>
              <a:t> </a:t>
            </a:r>
            <a:r>
              <a:rPr lang="en-US" altLang="zh-TW" dirty="0"/>
              <a:t>make</a:t>
            </a:r>
            <a:r>
              <a:rPr lang="zh-TW" altLang="en-US" dirty="0"/>
              <a:t> </a:t>
            </a:r>
            <a:r>
              <a:rPr lang="en-US" altLang="zh-TW" dirty="0"/>
              <a:t>use</a:t>
            </a:r>
            <a:r>
              <a:rPr lang="zh-TW" altLang="en-US" dirty="0"/>
              <a:t> </a:t>
            </a:r>
            <a:r>
              <a:rPr lang="en-US" altLang="zh-TW" dirty="0"/>
              <a:t>of</a:t>
            </a:r>
            <a:r>
              <a:rPr lang="zh-TW" altLang="en-US" dirty="0"/>
              <a:t> </a:t>
            </a:r>
            <a:r>
              <a:rPr lang="en-US" altLang="zh-TW" dirty="0"/>
              <a:t>these</a:t>
            </a:r>
            <a:r>
              <a:rPr lang="zh-TW" altLang="en-US" dirty="0"/>
              <a:t> </a:t>
            </a:r>
            <a:r>
              <a:rPr lang="en-US" altLang="zh-TW" dirty="0"/>
              <a:t>promotional</a:t>
            </a:r>
            <a:r>
              <a:rPr lang="zh-TW" altLang="en-US" dirty="0"/>
              <a:t> </a:t>
            </a:r>
            <a:r>
              <a:rPr lang="en-US" altLang="zh-TW" dirty="0"/>
              <a:t>materials,</a:t>
            </a:r>
            <a:r>
              <a:rPr lang="zh-TW" altLang="en-US" dirty="0"/>
              <a:t> </a:t>
            </a:r>
            <a:r>
              <a:rPr lang="en-US" altLang="zh-TW" dirty="0"/>
              <a:t>images,</a:t>
            </a:r>
            <a:r>
              <a:rPr lang="zh-TW" altLang="en-US" dirty="0"/>
              <a:t> </a:t>
            </a:r>
            <a:r>
              <a:rPr lang="en-US" altLang="zh-TW" dirty="0"/>
              <a:t>documents,</a:t>
            </a:r>
            <a:r>
              <a:rPr lang="zh-TW" altLang="en-US" dirty="0"/>
              <a:t> </a:t>
            </a:r>
            <a:r>
              <a:rPr lang="en-US" altLang="zh-TW" dirty="0"/>
              <a:t>etc.?</a:t>
            </a:r>
          </a:p>
          <a:p>
            <a:r>
              <a:rPr lang="en-US" altLang="zh-TW" dirty="0"/>
              <a:t>When</a:t>
            </a:r>
            <a:r>
              <a:rPr lang="zh-TW" altLang="en-US" dirty="0"/>
              <a:t> </a:t>
            </a:r>
            <a:r>
              <a:rPr lang="en-US" altLang="zh-TW" dirty="0"/>
              <a:t>and</a:t>
            </a:r>
            <a:r>
              <a:rPr lang="zh-TW" altLang="en-US" dirty="0"/>
              <a:t> </a:t>
            </a:r>
            <a:r>
              <a:rPr lang="en-US" altLang="zh-TW" dirty="0"/>
              <a:t>why</a:t>
            </a:r>
            <a:r>
              <a:rPr lang="zh-TW" altLang="en-US" dirty="0"/>
              <a:t> </a:t>
            </a:r>
            <a:r>
              <a:rPr lang="en-US" altLang="zh-TW" dirty="0"/>
              <a:t>do</a:t>
            </a:r>
            <a:r>
              <a:rPr lang="zh-TW" altLang="en-US" dirty="0"/>
              <a:t> </a:t>
            </a:r>
            <a:r>
              <a:rPr lang="en-US" altLang="zh-TW" dirty="0"/>
              <a:t>they</a:t>
            </a:r>
            <a:r>
              <a:rPr lang="zh-TW" altLang="en-US" dirty="0"/>
              <a:t> </a:t>
            </a:r>
            <a:r>
              <a:rPr lang="en-US" altLang="zh-TW" dirty="0"/>
              <a:t>reference</a:t>
            </a:r>
            <a:r>
              <a:rPr lang="zh-TW" altLang="en-US" dirty="0"/>
              <a:t> </a:t>
            </a:r>
            <a:r>
              <a:rPr lang="en-US" altLang="zh-TW" dirty="0"/>
              <a:t>other</a:t>
            </a:r>
            <a:r>
              <a:rPr lang="zh-TW" altLang="en-US" dirty="0"/>
              <a:t> </a:t>
            </a:r>
            <a:r>
              <a:rPr lang="en-US" altLang="zh-TW" dirty="0"/>
              <a:t>studies?</a:t>
            </a:r>
            <a:r>
              <a:rPr lang="zh-TW" altLang="en-US" dirty="0"/>
              <a:t> </a:t>
            </a:r>
            <a:endParaRPr lang="en-US" altLang="zh-TW" dirty="0"/>
          </a:p>
          <a:p>
            <a:pPr lvl="1"/>
            <a:r>
              <a:rPr lang="en-US" altLang="zh-TW" dirty="0"/>
              <a:t>Background</a:t>
            </a:r>
            <a:r>
              <a:rPr lang="zh-TW" altLang="en-US" dirty="0"/>
              <a:t> </a:t>
            </a:r>
            <a:r>
              <a:rPr lang="en-US" altLang="zh-TW" dirty="0"/>
              <a:t>/</a:t>
            </a:r>
            <a:r>
              <a:rPr lang="zh-TW" altLang="en-US" dirty="0"/>
              <a:t> </a:t>
            </a:r>
            <a:r>
              <a:rPr lang="en-US" altLang="zh-TW" dirty="0"/>
              <a:t>context</a:t>
            </a:r>
            <a:r>
              <a:rPr lang="zh-TW" altLang="en-US" dirty="0"/>
              <a:t> </a:t>
            </a:r>
            <a:r>
              <a:rPr lang="en-US" altLang="zh-TW" dirty="0"/>
              <a:t>on</a:t>
            </a:r>
            <a:r>
              <a:rPr lang="zh-TW" altLang="en-US" dirty="0"/>
              <a:t> </a:t>
            </a:r>
            <a:r>
              <a:rPr lang="en-US" altLang="zh-TW" dirty="0"/>
              <a:t>inspiration</a:t>
            </a:r>
            <a:r>
              <a:rPr lang="zh-TW" altLang="en-US" dirty="0"/>
              <a:t> </a:t>
            </a:r>
            <a:r>
              <a:rPr lang="en-US" altLang="zh-TW" dirty="0"/>
              <a:t>for</a:t>
            </a:r>
            <a:r>
              <a:rPr lang="zh-TW" altLang="en-US" dirty="0"/>
              <a:t> </a:t>
            </a:r>
            <a:r>
              <a:rPr lang="en-US" altLang="zh-TW" dirty="0"/>
              <a:t>sites?</a:t>
            </a:r>
          </a:p>
          <a:p>
            <a:pPr lvl="1"/>
            <a:r>
              <a:rPr lang="en-US" altLang="zh-TW" dirty="0"/>
              <a:t>Summarize</a:t>
            </a:r>
            <a:r>
              <a:rPr lang="zh-TW" altLang="en-US" dirty="0"/>
              <a:t> </a:t>
            </a:r>
            <a:r>
              <a:rPr lang="en-US" altLang="zh-TW" dirty="0"/>
              <a:t>&amp;</a:t>
            </a:r>
            <a:r>
              <a:rPr lang="zh-TW" altLang="en-US" dirty="0"/>
              <a:t> </a:t>
            </a:r>
            <a:r>
              <a:rPr lang="en-US" altLang="zh-TW" dirty="0"/>
              <a:t>analyze</a:t>
            </a:r>
            <a:r>
              <a:rPr lang="zh-TW" altLang="en-US" dirty="0"/>
              <a:t> </a:t>
            </a:r>
            <a:r>
              <a:rPr lang="en-US" altLang="zh-TW" dirty="0"/>
              <a:t>scholarly</a:t>
            </a:r>
            <a:r>
              <a:rPr lang="zh-TW" altLang="en-US" dirty="0"/>
              <a:t> </a:t>
            </a:r>
            <a:r>
              <a:rPr lang="en-US" altLang="zh-TW" dirty="0"/>
              <a:t>perspectives</a:t>
            </a:r>
            <a:r>
              <a:rPr lang="zh-TW" altLang="en-US" dirty="0"/>
              <a:t> </a:t>
            </a:r>
            <a:r>
              <a:rPr lang="en-US" altLang="zh-TW" dirty="0"/>
              <a:t>vs.</a:t>
            </a:r>
            <a:r>
              <a:rPr lang="zh-TW" altLang="en-US" dirty="0"/>
              <a:t> </a:t>
            </a:r>
            <a:r>
              <a:rPr lang="en-US" altLang="zh-TW" dirty="0"/>
              <a:t>those</a:t>
            </a:r>
            <a:r>
              <a:rPr lang="zh-TW" altLang="en-US" dirty="0"/>
              <a:t> </a:t>
            </a:r>
            <a:r>
              <a:rPr lang="en-US" altLang="zh-TW" dirty="0"/>
              <a:t>of</a:t>
            </a:r>
            <a:r>
              <a:rPr lang="zh-TW" altLang="en-US" dirty="0"/>
              <a:t> </a:t>
            </a:r>
            <a:r>
              <a:rPr lang="en-US" altLang="zh-TW" dirty="0"/>
              <a:t>visitors,</a:t>
            </a:r>
            <a:r>
              <a:rPr lang="zh-TW" altLang="en-US" dirty="0"/>
              <a:t> </a:t>
            </a:r>
            <a:r>
              <a:rPr lang="en-US" altLang="zh-TW" dirty="0"/>
              <a:t>etc.?</a:t>
            </a:r>
          </a:p>
          <a:p>
            <a:r>
              <a:rPr lang="en-US" altLang="zh-TW" dirty="0"/>
              <a:t>How</a:t>
            </a:r>
            <a:r>
              <a:rPr lang="zh-TW" altLang="en-US" dirty="0"/>
              <a:t> </a:t>
            </a:r>
            <a:r>
              <a:rPr lang="en-US" altLang="zh-TW" dirty="0"/>
              <a:t>are</a:t>
            </a:r>
            <a:r>
              <a:rPr lang="zh-TW" altLang="en-US" dirty="0"/>
              <a:t> </a:t>
            </a:r>
            <a:r>
              <a:rPr lang="en-US" altLang="zh-TW" dirty="0"/>
              <a:t>studies</a:t>
            </a:r>
            <a:r>
              <a:rPr lang="zh-TW" altLang="en-US" dirty="0"/>
              <a:t> </a:t>
            </a:r>
            <a:r>
              <a:rPr lang="en-US" altLang="zh-TW" dirty="0"/>
              <a:t>like</a:t>
            </a:r>
            <a:r>
              <a:rPr lang="zh-TW" altLang="en-US" dirty="0"/>
              <a:t> </a:t>
            </a:r>
            <a:r>
              <a:rPr lang="en-US" altLang="zh-TW" dirty="0"/>
              <a:t>this</a:t>
            </a:r>
            <a:r>
              <a:rPr lang="zh-TW" altLang="en-US" dirty="0"/>
              <a:t> </a:t>
            </a:r>
            <a:r>
              <a:rPr lang="en-US" altLang="zh-TW" dirty="0"/>
              <a:t>different</a:t>
            </a:r>
            <a:r>
              <a:rPr lang="zh-TW" altLang="en-US" dirty="0"/>
              <a:t> </a:t>
            </a:r>
            <a:r>
              <a:rPr lang="en-US" altLang="zh-TW" dirty="0"/>
              <a:t>from</a:t>
            </a:r>
            <a:r>
              <a:rPr lang="zh-TW" altLang="en-US" dirty="0"/>
              <a:t> </a:t>
            </a:r>
            <a:r>
              <a:rPr lang="en-US" altLang="zh-TW" dirty="0"/>
              <a:t>those</a:t>
            </a:r>
            <a:r>
              <a:rPr lang="zh-TW" altLang="en-US" dirty="0"/>
              <a:t> </a:t>
            </a:r>
            <a:r>
              <a:rPr lang="en-US" altLang="zh-TW" dirty="0"/>
              <a:t>like</a:t>
            </a:r>
            <a:r>
              <a:rPr lang="zh-TW" altLang="en-US" dirty="0"/>
              <a:t> </a:t>
            </a:r>
            <a:r>
              <a:rPr lang="en-US" altLang="zh-TW" dirty="0"/>
              <a:t>Hsing-yuan</a:t>
            </a:r>
            <a:r>
              <a:rPr lang="zh-TW" altLang="en-US" dirty="0"/>
              <a:t> </a:t>
            </a:r>
            <a:r>
              <a:rPr lang="en-US" altLang="zh-TW" dirty="0"/>
              <a:t>Tsao’s</a:t>
            </a:r>
            <a:r>
              <a:rPr lang="zh-TW" altLang="en-US" dirty="0"/>
              <a:t> </a:t>
            </a:r>
            <a:r>
              <a:rPr lang="en-US" altLang="zh-TW" dirty="0"/>
              <a:t>article?</a:t>
            </a:r>
            <a:r>
              <a:rPr lang="zh-TW" altLang="en-US" dirty="0"/>
              <a:t> </a:t>
            </a:r>
            <a:endParaRPr lang="en-US" altLang="zh-TW" dirty="0"/>
          </a:p>
          <a:p>
            <a:pPr lvl="1"/>
            <a:r>
              <a:rPr lang="en-US" altLang="zh-TW" dirty="0"/>
              <a:t>Asserting</a:t>
            </a:r>
            <a:r>
              <a:rPr lang="zh-TW" altLang="en-US" dirty="0"/>
              <a:t> </a:t>
            </a:r>
            <a:r>
              <a:rPr lang="en-US" altLang="zh-TW" dirty="0"/>
              <a:t>&amp;</a:t>
            </a:r>
            <a:r>
              <a:rPr lang="zh-TW" altLang="en-US" dirty="0"/>
              <a:t> </a:t>
            </a:r>
            <a:r>
              <a:rPr lang="en-US" altLang="zh-TW" dirty="0"/>
              <a:t>supporting</a:t>
            </a:r>
            <a:r>
              <a:rPr lang="zh-TW" altLang="en-US" dirty="0"/>
              <a:t> </a:t>
            </a:r>
            <a:r>
              <a:rPr lang="en-US" altLang="zh-TW" dirty="0"/>
              <a:t>argument</a:t>
            </a:r>
            <a:r>
              <a:rPr lang="zh-TW" altLang="en-US" dirty="0"/>
              <a:t> </a:t>
            </a:r>
            <a:r>
              <a:rPr lang="en-US" altLang="zh-TW" dirty="0"/>
              <a:t>vs.</a:t>
            </a:r>
            <a:r>
              <a:rPr lang="zh-TW" altLang="en-US" dirty="0"/>
              <a:t> </a:t>
            </a:r>
            <a:r>
              <a:rPr lang="en-US" altLang="zh-TW" dirty="0"/>
              <a:t>raising</a:t>
            </a:r>
            <a:r>
              <a:rPr lang="zh-TW" altLang="en-US" dirty="0"/>
              <a:t> </a:t>
            </a:r>
            <a:r>
              <a:rPr lang="en-US" altLang="zh-TW" dirty="0"/>
              <a:t>questions,</a:t>
            </a:r>
            <a:r>
              <a:rPr lang="zh-TW" altLang="en-US" dirty="0"/>
              <a:t> </a:t>
            </a:r>
            <a:r>
              <a:rPr lang="en-US" altLang="zh-TW" dirty="0"/>
              <a:t>testing</a:t>
            </a:r>
            <a:r>
              <a:rPr lang="zh-TW" altLang="en-US" dirty="0"/>
              <a:t> </a:t>
            </a:r>
            <a:r>
              <a:rPr lang="en-US" altLang="zh-TW" dirty="0"/>
              <a:t>theories,</a:t>
            </a:r>
            <a:r>
              <a:rPr lang="zh-TW" altLang="en-US" dirty="0"/>
              <a:t> </a:t>
            </a:r>
            <a:r>
              <a:rPr lang="en-US" altLang="zh-TW" dirty="0"/>
              <a:t>etc.</a:t>
            </a:r>
          </a:p>
          <a:p>
            <a:r>
              <a:rPr lang="en-US" altLang="zh-TW" dirty="0"/>
              <a:t>Why</a:t>
            </a:r>
            <a:r>
              <a:rPr lang="zh-TW" altLang="en-US" dirty="0"/>
              <a:t> </a:t>
            </a:r>
            <a:r>
              <a:rPr lang="en-US" altLang="zh-TW" dirty="0"/>
              <a:t>compare</a:t>
            </a:r>
            <a:r>
              <a:rPr lang="zh-TW" altLang="en-US" dirty="0"/>
              <a:t> </a:t>
            </a:r>
            <a:r>
              <a:rPr lang="en-US" altLang="zh-TW" dirty="0"/>
              <a:t>a</a:t>
            </a:r>
            <a:r>
              <a:rPr lang="zh-TW" altLang="en-US" dirty="0"/>
              <a:t> </a:t>
            </a:r>
            <a:r>
              <a:rPr lang="en-US" altLang="zh-TW" dirty="0"/>
              <a:t>variety</a:t>
            </a:r>
            <a:r>
              <a:rPr lang="zh-TW" altLang="en-US" dirty="0"/>
              <a:t> </a:t>
            </a:r>
            <a:r>
              <a:rPr lang="en-US" altLang="zh-TW" dirty="0"/>
              <a:t>of</a:t>
            </a:r>
            <a:r>
              <a:rPr lang="zh-TW" altLang="en-US" dirty="0"/>
              <a:t> </a:t>
            </a:r>
            <a:r>
              <a:rPr lang="en-US" altLang="zh-TW" dirty="0"/>
              <a:t>sites,</a:t>
            </a:r>
            <a:r>
              <a:rPr lang="zh-TW" altLang="en-US" dirty="0"/>
              <a:t> </a:t>
            </a:r>
            <a:r>
              <a:rPr lang="en-US" altLang="zh-TW" dirty="0"/>
              <a:t>rather</a:t>
            </a:r>
            <a:r>
              <a:rPr lang="zh-TW" altLang="en-US" dirty="0"/>
              <a:t> </a:t>
            </a:r>
            <a:r>
              <a:rPr lang="en-US" altLang="zh-TW" dirty="0"/>
              <a:t>than</a:t>
            </a:r>
            <a:r>
              <a:rPr lang="zh-TW" altLang="en-US" dirty="0"/>
              <a:t> </a:t>
            </a:r>
            <a:r>
              <a:rPr lang="en-US" altLang="zh-TW" dirty="0"/>
              <a:t>just</a:t>
            </a:r>
            <a:r>
              <a:rPr lang="zh-TW" altLang="en-US" dirty="0"/>
              <a:t> </a:t>
            </a:r>
            <a:r>
              <a:rPr lang="en-US" altLang="zh-TW" dirty="0"/>
              <a:t>one?</a:t>
            </a:r>
            <a:r>
              <a:rPr lang="zh-TW" altLang="en-US" dirty="0"/>
              <a:t> </a:t>
            </a:r>
            <a:r>
              <a:rPr lang="en-US" altLang="zh-TW" dirty="0"/>
              <a:t>Why</a:t>
            </a:r>
            <a:r>
              <a:rPr lang="zh-TW" altLang="en-US" dirty="0"/>
              <a:t> </a:t>
            </a:r>
            <a:r>
              <a:rPr lang="en-US" altLang="zh-TW" dirty="0"/>
              <a:t>these</a:t>
            </a:r>
            <a:r>
              <a:rPr lang="zh-TW" altLang="en-US" dirty="0"/>
              <a:t> </a:t>
            </a:r>
            <a:r>
              <a:rPr lang="en-US" altLang="zh-TW" dirty="0"/>
              <a:t>sites?</a:t>
            </a:r>
            <a:endParaRPr lang="en-CA" dirty="0"/>
          </a:p>
        </p:txBody>
      </p:sp>
      <p:sp>
        <p:nvSpPr>
          <p:cNvPr id="4" name="Slide Number Placeholder 3">
            <a:extLst>
              <a:ext uri="{FF2B5EF4-FFF2-40B4-BE49-F238E27FC236}">
                <a16:creationId xmlns:a16="http://schemas.microsoft.com/office/drawing/2014/main" id="{2D6A09AA-51FD-4F18-14AD-C6BC181DA5DF}"/>
              </a:ext>
            </a:extLst>
          </p:cNvPr>
          <p:cNvSpPr>
            <a:spLocks noGrp="1"/>
          </p:cNvSpPr>
          <p:nvPr>
            <p:ph type="sldNum" sz="quarter" idx="12"/>
          </p:nvPr>
        </p:nvSpPr>
        <p:spPr/>
        <p:txBody>
          <a:bodyPr/>
          <a:lstStyle/>
          <a:p>
            <a:r>
              <a:rPr lang="en-US" dirty="0"/>
              <a:t>8</a:t>
            </a:r>
          </a:p>
        </p:txBody>
      </p:sp>
    </p:spTree>
    <p:extLst>
      <p:ext uri="{BB962C8B-B14F-4D97-AF65-F5344CB8AC3E}">
        <p14:creationId xmlns:p14="http://schemas.microsoft.com/office/powerpoint/2010/main" val="422484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84812-7797-1A24-5D0E-516584E23267}"/>
              </a:ext>
            </a:extLst>
          </p:cNvPr>
          <p:cNvSpPr>
            <a:spLocks noGrp="1"/>
          </p:cNvSpPr>
          <p:nvPr>
            <p:ph type="title"/>
          </p:nvPr>
        </p:nvSpPr>
        <p:spPr/>
        <p:txBody>
          <a:bodyPr/>
          <a:lstStyle/>
          <a:p>
            <a:r>
              <a:rPr lang="en-US" altLang="zh-CN" dirty="0"/>
              <a:t>Comparison</a:t>
            </a:r>
            <a:endParaRPr lang="en-CA" dirty="0"/>
          </a:p>
        </p:txBody>
      </p:sp>
      <p:sp>
        <p:nvSpPr>
          <p:cNvPr id="3" name="Content Placeholder 2">
            <a:extLst>
              <a:ext uri="{FF2B5EF4-FFF2-40B4-BE49-F238E27FC236}">
                <a16:creationId xmlns:a16="http://schemas.microsoft.com/office/drawing/2014/main" id="{B6DAD635-1649-B42A-2E79-CEDE473338EE}"/>
              </a:ext>
            </a:extLst>
          </p:cNvPr>
          <p:cNvSpPr>
            <a:spLocks noGrp="1"/>
          </p:cNvSpPr>
          <p:nvPr>
            <p:ph idx="1"/>
          </p:nvPr>
        </p:nvSpPr>
        <p:spPr>
          <a:xfrm>
            <a:off x="2589212" y="2133599"/>
            <a:ext cx="8915400" cy="4231341"/>
          </a:xfrm>
        </p:spPr>
        <p:txBody>
          <a:bodyPr>
            <a:normAutofit/>
          </a:bodyPr>
          <a:lstStyle/>
          <a:p>
            <a:r>
              <a:rPr lang="en-US" altLang="zh-CN" dirty="0"/>
              <a:t>All</a:t>
            </a:r>
            <a:r>
              <a:rPr lang="zh-CN" altLang="en-US" dirty="0"/>
              <a:t> </a:t>
            </a:r>
            <a:r>
              <a:rPr lang="en-US" altLang="zh-CN" dirty="0"/>
              <a:t>3</a:t>
            </a:r>
            <a:r>
              <a:rPr lang="zh-CN" altLang="en-US" dirty="0"/>
              <a:t> </a:t>
            </a:r>
            <a:r>
              <a:rPr lang="en-US" altLang="zh-CN" dirty="0"/>
              <a:t>attractions</a:t>
            </a:r>
            <a:r>
              <a:rPr lang="zh-CN" altLang="en-US" dirty="0"/>
              <a:t> </a:t>
            </a:r>
            <a:r>
              <a:rPr lang="en-US" altLang="zh-CN" dirty="0"/>
              <a:t>represent</a:t>
            </a:r>
            <a:r>
              <a:rPr lang="zh-CN" altLang="en-US" dirty="0"/>
              <a:t> </a:t>
            </a:r>
            <a:r>
              <a:rPr lang="en-US" altLang="zh-CN" dirty="0"/>
              <a:t>“selective”</a:t>
            </a:r>
            <a:r>
              <a:rPr lang="zh-CN" altLang="en-US" dirty="0"/>
              <a:t> </a:t>
            </a:r>
            <a:r>
              <a:rPr lang="en-US" altLang="zh-CN" dirty="0"/>
              <a:t>approach</a:t>
            </a:r>
            <a:r>
              <a:rPr lang="zh-CN" altLang="en-US" dirty="0"/>
              <a:t> </a:t>
            </a:r>
            <a:r>
              <a:rPr lang="en-US" altLang="zh-CN" dirty="0"/>
              <a:t>to</a:t>
            </a:r>
            <a:r>
              <a:rPr lang="zh-CN" altLang="en-US" dirty="0"/>
              <a:t> </a:t>
            </a:r>
            <a:r>
              <a:rPr lang="en-US" altLang="zh-CN" dirty="0"/>
              <a:t>historical</a:t>
            </a:r>
            <a:r>
              <a:rPr lang="zh-CN" altLang="en-US" dirty="0"/>
              <a:t> </a:t>
            </a:r>
            <a:r>
              <a:rPr lang="en-US" altLang="zh-CN" dirty="0"/>
              <a:t>reenactment.</a:t>
            </a:r>
          </a:p>
          <a:p>
            <a:r>
              <a:rPr lang="en-US" altLang="zh-CN" dirty="0"/>
              <a:t>They</a:t>
            </a:r>
            <a:r>
              <a:rPr lang="zh-CN" altLang="en-US" dirty="0"/>
              <a:t> </a:t>
            </a:r>
            <a:r>
              <a:rPr lang="en-US" altLang="zh-CN" dirty="0"/>
              <a:t>were</a:t>
            </a:r>
            <a:r>
              <a:rPr lang="zh-CN" altLang="en-US" dirty="0"/>
              <a:t> </a:t>
            </a:r>
            <a:r>
              <a:rPr lang="en-US" altLang="zh-CN" dirty="0"/>
              <a:t>built</a:t>
            </a:r>
            <a:r>
              <a:rPr lang="zh-CN" altLang="en-US" dirty="0"/>
              <a:t> </a:t>
            </a:r>
            <a:r>
              <a:rPr lang="en-US" altLang="zh-CN" dirty="0"/>
              <a:t>for</a:t>
            </a:r>
            <a:r>
              <a:rPr lang="zh-CN" altLang="en-US" dirty="0"/>
              <a:t> </a:t>
            </a:r>
            <a:r>
              <a:rPr lang="en-US" altLang="zh-CN" dirty="0"/>
              <a:t>similar,</a:t>
            </a:r>
            <a:r>
              <a:rPr lang="zh-CN" altLang="en-US" dirty="0"/>
              <a:t> </a:t>
            </a:r>
            <a:r>
              <a:rPr lang="en-US" altLang="zh-CN" dirty="0"/>
              <a:t>but</a:t>
            </a:r>
            <a:r>
              <a:rPr lang="zh-CN" altLang="en-US" dirty="0"/>
              <a:t> </a:t>
            </a:r>
            <a:r>
              <a:rPr lang="en-US" altLang="zh-CN" dirty="0"/>
              <a:t>not</a:t>
            </a:r>
            <a:r>
              <a:rPr lang="zh-CN" altLang="en-US" dirty="0"/>
              <a:t> </a:t>
            </a:r>
            <a:r>
              <a:rPr lang="en-US" altLang="zh-CN" dirty="0"/>
              <a:t>identical</a:t>
            </a:r>
            <a:r>
              <a:rPr lang="zh-CN" altLang="en-US" dirty="0"/>
              <a:t> </a:t>
            </a:r>
            <a:r>
              <a:rPr lang="en-US" altLang="zh-CN" dirty="0"/>
              <a:t>goals:</a:t>
            </a:r>
            <a:r>
              <a:rPr lang="zh-CN" altLang="en-US" dirty="0"/>
              <a:t> </a:t>
            </a:r>
            <a:r>
              <a:rPr lang="en-US" altLang="zh-CN" dirty="0"/>
              <a:t>Tourism,</a:t>
            </a:r>
            <a:r>
              <a:rPr lang="zh-CN" altLang="en-US" dirty="0"/>
              <a:t> </a:t>
            </a:r>
            <a:r>
              <a:rPr lang="en-US" altLang="zh-CN" dirty="0"/>
              <a:t>experience</a:t>
            </a:r>
            <a:r>
              <a:rPr lang="zh-CN" altLang="en-US" dirty="0"/>
              <a:t> </a:t>
            </a:r>
            <a:r>
              <a:rPr lang="en-US" altLang="zh-CN" dirty="0"/>
              <a:t>‘living’</a:t>
            </a:r>
            <a:r>
              <a:rPr lang="zh-CN" altLang="en-US" dirty="0"/>
              <a:t> </a:t>
            </a:r>
            <a:r>
              <a:rPr lang="en-US" altLang="zh-CN" dirty="0"/>
              <a:t>heritage</a:t>
            </a:r>
          </a:p>
          <a:p>
            <a:r>
              <a:rPr lang="en-US" altLang="zh-CN" dirty="0"/>
              <a:t>‘Nostalgia,’</a:t>
            </a:r>
            <a:r>
              <a:rPr lang="zh-CN" altLang="en-US" dirty="0"/>
              <a:t> </a:t>
            </a:r>
            <a:r>
              <a:rPr lang="en-US" altLang="zh-CN" dirty="0"/>
              <a:t>but</a:t>
            </a:r>
            <a:r>
              <a:rPr lang="zh-CN" altLang="en-US" dirty="0"/>
              <a:t> </a:t>
            </a:r>
            <a:r>
              <a:rPr lang="en-US" altLang="zh-CN" dirty="0"/>
              <a:t>not</a:t>
            </a:r>
            <a:r>
              <a:rPr lang="zh-CN" altLang="en-US" dirty="0"/>
              <a:t> </a:t>
            </a:r>
            <a:r>
              <a:rPr lang="en-US" altLang="zh-CN" dirty="0"/>
              <a:t>always</a:t>
            </a:r>
            <a:r>
              <a:rPr lang="zh-CN" altLang="en-US" dirty="0"/>
              <a:t> </a:t>
            </a:r>
            <a:r>
              <a:rPr lang="en-US" altLang="zh-CN" dirty="0"/>
              <a:t>for</a:t>
            </a:r>
            <a:r>
              <a:rPr lang="zh-CN" altLang="en-US" dirty="0"/>
              <a:t> </a:t>
            </a:r>
            <a:r>
              <a:rPr lang="en-US" altLang="zh-CN" dirty="0"/>
              <a:t>guest’s</a:t>
            </a:r>
            <a:r>
              <a:rPr lang="zh-CN" altLang="en-US" dirty="0"/>
              <a:t> </a:t>
            </a:r>
            <a:r>
              <a:rPr lang="en-US" altLang="zh-CN" dirty="0"/>
              <a:t>own</a:t>
            </a:r>
            <a:r>
              <a:rPr lang="zh-CN" altLang="en-US" dirty="0"/>
              <a:t> </a:t>
            </a:r>
            <a:r>
              <a:rPr lang="en-US" altLang="zh-CN" dirty="0"/>
              <a:t>past</a:t>
            </a:r>
            <a:r>
              <a:rPr lang="zh-CN" altLang="en-US" dirty="0"/>
              <a:t> </a:t>
            </a:r>
            <a:r>
              <a:rPr lang="en-US" altLang="zh-CN" dirty="0"/>
              <a:t>experiences</a:t>
            </a:r>
            <a:r>
              <a:rPr lang="zh-CN" altLang="en-US" dirty="0"/>
              <a:t> </a:t>
            </a:r>
            <a:r>
              <a:rPr lang="en-US" altLang="zh-CN" dirty="0"/>
              <a:t>or</a:t>
            </a:r>
            <a:r>
              <a:rPr lang="zh-CN" altLang="en-US" dirty="0"/>
              <a:t> </a:t>
            </a:r>
            <a:r>
              <a:rPr lang="en-US" altLang="zh-CN" dirty="0"/>
              <a:t>memories...</a:t>
            </a:r>
          </a:p>
          <a:p>
            <a:r>
              <a:rPr lang="en-US" altLang="zh-CN" dirty="0"/>
              <a:t>‘National’</a:t>
            </a:r>
            <a:r>
              <a:rPr lang="zh-CN" altLang="en-US" dirty="0"/>
              <a:t> </a:t>
            </a:r>
            <a:r>
              <a:rPr lang="en-US" altLang="zh-CN" dirty="0"/>
              <a:t>pride</a:t>
            </a:r>
            <a:r>
              <a:rPr lang="zh-CN" altLang="en-US" dirty="0"/>
              <a:t> </a:t>
            </a:r>
            <a:r>
              <a:rPr lang="en-US" altLang="zh-CN" dirty="0"/>
              <a:t>&amp;</a:t>
            </a:r>
            <a:r>
              <a:rPr lang="zh-CN" altLang="en-US" dirty="0"/>
              <a:t> </a:t>
            </a:r>
            <a:r>
              <a:rPr lang="en-US" altLang="zh-CN" dirty="0"/>
              <a:t>shared</a:t>
            </a:r>
            <a:r>
              <a:rPr lang="zh-CN" altLang="en-US" dirty="0"/>
              <a:t> </a:t>
            </a:r>
            <a:r>
              <a:rPr lang="en-US" altLang="zh-CN" dirty="0"/>
              <a:t>heritage</a:t>
            </a:r>
            <a:r>
              <a:rPr lang="zh-CN" altLang="en-US" dirty="0"/>
              <a:t> </a:t>
            </a:r>
            <a:r>
              <a:rPr lang="en-US" altLang="zh-CN" dirty="0"/>
              <a:t>via</a:t>
            </a:r>
            <a:r>
              <a:rPr lang="zh-CN" altLang="en-US" dirty="0"/>
              <a:t> </a:t>
            </a:r>
            <a:r>
              <a:rPr lang="en-US" altLang="zh-CN" dirty="0"/>
              <a:t>reconstructions</a:t>
            </a:r>
            <a:r>
              <a:rPr lang="zh-CN" altLang="en-US" dirty="0"/>
              <a:t> </a:t>
            </a:r>
            <a:r>
              <a:rPr lang="en-US" altLang="zh-CN" dirty="0"/>
              <a:t>of</a:t>
            </a:r>
            <a:r>
              <a:rPr lang="zh-CN" altLang="en-US" dirty="0"/>
              <a:t> </a:t>
            </a:r>
            <a:r>
              <a:rPr lang="en-US" altLang="zh-CN" dirty="0"/>
              <a:t>specific</a:t>
            </a:r>
            <a:r>
              <a:rPr lang="zh-CN" altLang="en-US" dirty="0"/>
              <a:t> </a:t>
            </a:r>
            <a:r>
              <a:rPr lang="en-US" altLang="zh-CN" dirty="0"/>
              <a:t>times</a:t>
            </a:r>
            <a:r>
              <a:rPr lang="zh-CN" altLang="en-US" dirty="0"/>
              <a:t> </a:t>
            </a:r>
            <a:r>
              <a:rPr lang="en-US" altLang="zh-CN" dirty="0"/>
              <a:t>&amp;</a:t>
            </a:r>
            <a:r>
              <a:rPr lang="zh-CN" altLang="en-US" dirty="0"/>
              <a:t> </a:t>
            </a:r>
            <a:r>
              <a:rPr lang="en-US" altLang="zh-CN" dirty="0"/>
              <a:t>places:</a:t>
            </a:r>
            <a:r>
              <a:rPr lang="zh-CN" altLang="en-US" dirty="0"/>
              <a:t> </a:t>
            </a:r>
            <a:endParaRPr lang="en-US" altLang="zh-CN" dirty="0"/>
          </a:p>
          <a:p>
            <a:r>
              <a:rPr lang="en-US" altLang="zh-CN" dirty="0"/>
              <a:t>Is</a:t>
            </a:r>
            <a:r>
              <a:rPr lang="zh-CN" altLang="en-US" dirty="0"/>
              <a:t> </a:t>
            </a:r>
            <a:r>
              <a:rPr lang="en-US" altLang="zh-CN" dirty="0"/>
              <a:t>this</a:t>
            </a:r>
            <a:r>
              <a:rPr lang="zh-CN" altLang="en-US" dirty="0"/>
              <a:t> </a:t>
            </a:r>
            <a:r>
              <a:rPr lang="en-US" altLang="zh-CN" dirty="0"/>
              <a:t>heritage</a:t>
            </a:r>
            <a:r>
              <a:rPr lang="zh-CN" altLang="en-US" dirty="0"/>
              <a:t> </a:t>
            </a:r>
            <a:r>
              <a:rPr lang="en-US" altLang="zh-CN" dirty="0"/>
              <a:t>equally</a:t>
            </a:r>
            <a:r>
              <a:rPr lang="zh-CN" altLang="en-US" dirty="0"/>
              <a:t> </a:t>
            </a:r>
            <a:r>
              <a:rPr lang="en-US" altLang="zh-CN" dirty="0"/>
              <a:t>meaningful</a:t>
            </a:r>
            <a:r>
              <a:rPr lang="zh-CN" altLang="en-US" dirty="0"/>
              <a:t> </a:t>
            </a:r>
            <a:r>
              <a:rPr lang="en-US" altLang="zh-CN" dirty="0"/>
              <a:t>to</a:t>
            </a:r>
            <a:r>
              <a:rPr lang="zh-CN" altLang="en-US" dirty="0"/>
              <a:t> </a:t>
            </a:r>
            <a:r>
              <a:rPr lang="en-US" altLang="zh-CN" dirty="0"/>
              <a:t>everyone</a:t>
            </a:r>
            <a:r>
              <a:rPr lang="zh-CN" altLang="en-US" dirty="0"/>
              <a:t> </a:t>
            </a:r>
            <a:r>
              <a:rPr lang="en-US" altLang="zh-CN" dirty="0"/>
              <a:t>in</a:t>
            </a:r>
            <a:r>
              <a:rPr lang="zh-CN" altLang="en-US" dirty="0"/>
              <a:t> </a:t>
            </a:r>
            <a:r>
              <a:rPr lang="en-US" altLang="zh-CN" dirty="0"/>
              <a:t>the</a:t>
            </a:r>
            <a:r>
              <a:rPr lang="zh-CN" altLang="en-US" dirty="0"/>
              <a:t> </a:t>
            </a:r>
            <a:r>
              <a:rPr lang="en-US" altLang="zh-CN" dirty="0"/>
              <a:t>modern</a:t>
            </a:r>
            <a:r>
              <a:rPr lang="zh-CN" altLang="en-US" dirty="0"/>
              <a:t> </a:t>
            </a:r>
            <a:r>
              <a:rPr lang="en-US" altLang="zh-CN" dirty="0"/>
              <a:t>nation?</a:t>
            </a:r>
            <a:r>
              <a:rPr lang="zh-CN" altLang="en-US" dirty="0"/>
              <a:t> </a:t>
            </a:r>
            <a:endParaRPr lang="en-US" altLang="zh-CN" dirty="0"/>
          </a:p>
          <a:p>
            <a:r>
              <a:rPr lang="en-US" altLang="zh-CN" dirty="0"/>
              <a:t>Inclusivity</a:t>
            </a:r>
            <a:r>
              <a:rPr lang="zh-CN" altLang="en-US" dirty="0"/>
              <a:t> </a:t>
            </a:r>
            <a:r>
              <a:rPr lang="en-US" altLang="zh-CN" dirty="0"/>
              <a:t>/</a:t>
            </a:r>
            <a:r>
              <a:rPr lang="zh-CN" altLang="en-US" dirty="0"/>
              <a:t> </a:t>
            </a:r>
            <a:r>
              <a:rPr lang="en-US" altLang="zh-CN" dirty="0"/>
              <a:t>idealization</a:t>
            </a:r>
          </a:p>
          <a:p>
            <a:r>
              <a:rPr lang="en-US" altLang="zh-CN" dirty="0"/>
              <a:t>Differences:</a:t>
            </a:r>
            <a:r>
              <a:rPr lang="zh-CN" altLang="en-US" dirty="0"/>
              <a:t> </a:t>
            </a:r>
            <a:r>
              <a:rPr lang="en-US" altLang="zh-CN" dirty="0"/>
              <a:t>Purported</a:t>
            </a:r>
            <a:r>
              <a:rPr lang="zh-CN" altLang="en-US" dirty="0"/>
              <a:t> </a:t>
            </a:r>
            <a:r>
              <a:rPr lang="en-US" altLang="zh-CN" dirty="0"/>
              <a:t>‘educational’</a:t>
            </a:r>
            <a:r>
              <a:rPr lang="zh-CN" altLang="en-US" dirty="0"/>
              <a:t> </a:t>
            </a:r>
            <a:r>
              <a:rPr lang="en-US" altLang="zh-CN" dirty="0"/>
              <a:t>value?</a:t>
            </a:r>
            <a:r>
              <a:rPr lang="zh-CN" altLang="en-US" dirty="0"/>
              <a:t> </a:t>
            </a:r>
            <a:r>
              <a:rPr lang="en-US" altLang="zh-CN" dirty="0"/>
              <a:t>Beamish</a:t>
            </a:r>
            <a:r>
              <a:rPr lang="zh-CN" altLang="en-US" dirty="0"/>
              <a:t> </a:t>
            </a:r>
            <a:r>
              <a:rPr lang="en-US" altLang="zh-CN" dirty="0"/>
              <a:t>&amp;</a:t>
            </a:r>
            <a:r>
              <a:rPr lang="zh-CN" altLang="en-US" dirty="0"/>
              <a:t> </a:t>
            </a:r>
            <a:r>
              <a:rPr lang="en-US" altLang="zh-CN" dirty="0"/>
              <a:t>claims</a:t>
            </a:r>
            <a:r>
              <a:rPr lang="zh-CN" altLang="en-US" dirty="0"/>
              <a:t> </a:t>
            </a:r>
            <a:r>
              <a:rPr lang="en-US" altLang="zh-CN" dirty="0"/>
              <a:t>to</a:t>
            </a:r>
            <a:r>
              <a:rPr lang="zh-CN" altLang="en-US" dirty="0"/>
              <a:t> </a:t>
            </a:r>
            <a:r>
              <a:rPr lang="en-US" altLang="zh-CN" dirty="0"/>
              <a:t>authenticity,</a:t>
            </a:r>
            <a:r>
              <a:rPr lang="zh-CN" altLang="en-US" dirty="0"/>
              <a:t> </a:t>
            </a:r>
            <a:r>
              <a:rPr lang="en-US" altLang="zh-CN" dirty="0"/>
              <a:t>vs,</a:t>
            </a:r>
            <a:r>
              <a:rPr lang="zh-CN" altLang="en-US" dirty="0"/>
              <a:t> </a:t>
            </a:r>
            <a:r>
              <a:rPr lang="en-US" altLang="zh-CN" dirty="0"/>
              <a:t>“experience-centered”</a:t>
            </a:r>
            <a:r>
              <a:rPr lang="zh-CN" altLang="en-US" dirty="0"/>
              <a:t> </a:t>
            </a:r>
            <a:r>
              <a:rPr lang="en-US" altLang="zh-CN" dirty="0"/>
              <a:t>Song</a:t>
            </a:r>
            <a:r>
              <a:rPr lang="zh-CN" altLang="en-US" dirty="0"/>
              <a:t> </a:t>
            </a:r>
            <a:r>
              <a:rPr lang="en-US" altLang="zh-CN" dirty="0"/>
              <a:t>theme</a:t>
            </a:r>
            <a:r>
              <a:rPr lang="zh-CN" altLang="en-US" dirty="0"/>
              <a:t> </a:t>
            </a:r>
            <a:r>
              <a:rPr lang="en-US" altLang="zh-CN" dirty="0"/>
              <a:t>parks.</a:t>
            </a:r>
            <a:r>
              <a:rPr lang="zh-CN" altLang="en-US" dirty="0"/>
              <a:t> </a:t>
            </a:r>
            <a:r>
              <a:rPr lang="en-US" altLang="zh-CN" dirty="0"/>
              <a:t>Selective</a:t>
            </a:r>
            <a:r>
              <a:rPr lang="zh-CN" altLang="en-US" dirty="0"/>
              <a:t> </a:t>
            </a:r>
            <a:r>
              <a:rPr lang="en-US" altLang="zh-CN" dirty="0"/>
              <a:t>reenactment</a:t>
            </a:r>
            <a:r>
              <a:rPr lang="zh-CN" altLang="en-US" dirty="0"/>
              <a:t> </a:t>
            </a:r>
            <a:r>
              <a:rPr lang="en-US" altLang="zh-CN" dirty="0"/>
              <a:t>as</a:t>
            </a:r>
            <a:r>
              <a:rPr lang="zh-CN" altLang="en-US" dirty="0"/>
              <a:t> </a:t>
            </a:r>
            <a:r>
              <a:rPr lang="en-US" altLang="zh-CN" dirty="0"/>
              <a:t>preservation</a:t>
            </a:r>
            <a:r>
              <a:rPr lang="zh-CN" altLang="en-US" dirty="0"/>
              <a:t> </a:t>
            </a:r>
            <a:r>
              <a:rPr lang="en-US" altLang="zh-CN" dirty="0"/>
              <a:t>vs.</a:t>
            </a:r>
            <a:r>
              <a:rPr lang="zh-CN" altLang="en-US" dirty="0"/>
              <a:t> </a:t>
            </a:r>
            <a:r>
              <a:rPr lang="en-US" altLang="zh-CN" dirty="0"/>
              <a:t>fantasy</a:t>
            </a:r>
            <a:r>
              <a:rPr lang="zh-CN" altLang="en-US" dirty="0"/>
              <a:t> </a:t>
            </a:r>
            <a:r>
              <a:rPr lang="en-US" altLang="zh-CN" dirty="0"/>
              <a:t>version</a:t>
            </a:r>
            <a:r>
              <a:rPr lang="zh-CN" altLang="en-US" dirty="0"/>
              <a:t> </a:t>
            </a:r>
            <a:r>
              <a:rPr lang="en-US" altLang="zh-CN" dirty="0"/>
              <a:t>of</a:t>
            </a:r>
            <a:r>
              <a:rPr lang="zh-CN" altLang="en-US" dirty="0"/>
              <a:t> </a:t>
            </a:r>
            <a:r>
              <a:rPr lang="en-US" altLang="zh-CN" dirty="0"/>
              <a:t>idealized</a:t>
            </a:r>
            <a:r>
              <a:rPr lang="zh-CN" altLang="en-US" dirty="0"/>
              <a:t> </a:t>
            </a:r>
            <a:r>
              <a:rPr lang="en-US" altLang="zh-CN" dirty="0"/>
              <a:t>past?</a:t>
            </a:r>
          </a:p>
          <a:p>
            <a:r>
              <a:rPr lang="en-US" altLang="zh-CN" dirty="0"/>
              <a:t>Can</a:t>
            </a:r>
            <a:r>
              <a:rPr lang="zh-CN" altLang="en-US" dirty="0"/>
              <a:t> </a:t>
            </a:r>
            <a:r>
              <a:rPr lang="en-US" altLang="zh-CN" dirty="0"/>
              <a:t>these</a:t>
            </a:r>
            <a:r>
              <a:rPr lang="zh-CN" altLang="en-US" dirty="0"/>
              <a:t> </a:t>
            </a:r>
            <a:r>
              <a:rPr lang="en-US" altLang="zh-CN" dirty="0"/>
              <a:t>contrasts</a:t>
            </a:r>
            <a:r>
              <a:rPr lang="zh-CN" altLang="en-US" dirty="0"/>
              <a:t> </a:t>
            </a:r>
            <a:r>
              <a:rPr lang="en-US" altLang="zh-CN" dirty="0"/>
              <a:t>be</a:t>
            </a:r>
            <a:r>
              <a:rPr lang="zh-CN" altLang="en-US" dirty="0"/>
              <a:t> </a:t>
            </a:r>
            <a:r>
              <a:rPr lang="en-US" altLang="zh-CN" dirty="0"/>
              <a:t>ascribed</a:t>
            </a:r>
            <a:r>
              <a:rPr lang="zh-CN" altLang="en-US" dirty="0"/>
              <a:t> </a:t>
            </a:r>
            <a:r>
              <a:rPr lang="en-US" altLang="zh-CN" dirty="0"/>
              <a:t>to</a:t>
            </a:r>
            <a:r>
              <a:rPr lang="zh-CN" altLang="en-US" dirty="0"/>
              <a:t> </a:t>
            </a:r>
            <a:r>
              <a:rPr lang="en-US" altLang="zh-CN" dirty="0"/>
              <a:t>differences</a:t>
            </a:r>
            <a:r>
              <a:rPr lang="zh-CN" altLang="en-US" dirty="0"/>
              <a:t> </a:t>
            </a:r>
            <a:r>
              <a:rPr lang="en-US" altLang="zh-CN" dirty="0"/>
              <a:t>in</a:t>
            </a:r>
            <a:r>
              <a:rPr lang="zh-CN" altLang="en-US" dirty="0"/>
              <a:t> </a:t>
            </a:r>
            <a:r>
              <a:rPr lang="en-US" altLang="zh-CN" dirty="0"/>
              <a:t>national</a:t>
            </a:r>
            <a:r>
              <a:rPr lang="zh-CN" altLang="en-US" dirty="0"/>
              <a:t> </a:t>
            </a:r>
            <a:r>
              <a:rPr lang="en-US" altLang="zh-CN" dirty="0"/>
              <a:t>cultures,</a:t>
            </a:r>
            <a:r>
              <a:rPr lang="zh-CN" altLang="en-US" dirty="0"/>
              <a:t> </a:t>
            </a:r>
            <a:r>
              <a:rPr lang="en-US" altLang="zh-CN" dirty="0"/>
              <a:t>governments,</a:t>
            </a:r>
            <a:r>
              <a:rPr lang="zh-CN" altLang="en-US" dirty="0"/>
              <a:t> </a:t>
            </a:r>
            <a:r>
              <a:rPr lang="en-US" altLang="zh-CN" dirty="0" err="1"/>
              <a:t>etc</a:t>
            </a:r>
            <a:r>
              <a:rPr lang="en-US" altLang="zh-CN" dirty="0"/>
              <a:t>?</a:t>
            </a:r>
          </a:p>
          <a:p>
            <a:r>
              <a:rPr lang="en-US" altLang="zh-CN" dirty="0"/>
              <a:t>Would</a:t>
            </a:r>
            <a:r>
              <a:rPr lang="zh-CN" altLang="en-US" dirty="0"/>
              <a:t> </a:t>
            </a:r>
            <a:r>
              <a:rPr lang="en-US" altLang="zh-CN" dirty="0"/>
              <a:t>comparing</a:t>
            </a:r>
            <a:r>
              <a:rPr lang="zh-CN" altLang="en-US" dirty="0"/>
              <a:t> </a:t>
            </a:r>
            <a:r>
              <a:rPr lang="en-US" altLang="zh-CN" dirty="0"/>
              <a:t>different</a:t>
            </a:r>
            <a:r>
              <a:rPr lang="zh-CN" altLang="en-US" dirty="0"/>
              <a:t> </a:t>
            </a:r>
            <a:r>
              <a:rPr lang="en-US" altLang="zh-CN" dirty="0"/>
              <a:t>examples</a:t>
            </a:r>
            <a:r>
              <a:rPr lang="zh-CN" altLang="en-US" dirty="0"/>
              <a:t> </a:t>
            </a:r>
            <a:r>
              <a:rPr lang="en-US" altLang="zh-CN" dirty="0"/>
              <a:t>allow</a:t>
            </a:r>
            <a:r>
              <a:rPr lang="zh-CN" altLang="en-US" dirty="0"/>
              <a:t> </a:t>
            </a:r>
            <a:r>
              <a:rPr lang="en-US" altLang="zh-CN" dirty="0"/>
              <a:t>for</a:t>
            </a:r>
            <a:r>
              <a:rPr lang="zh-CN" altLang="en-US" dirty="0"/>
              <a:t> </a:t>
            </a:r>
            <a:r>
              <a:rPr lang="en-US" altLang="zh-CN" dirty="0"/>
              <a:t>different</a:t>
            </a:r>
            <a:r>
              <a:rPr lang="zh-CN" altLang="en-US" dirty="0"/>
              <a:t> </a:t>
            </a:r>
            <a:r>
              <a:rPr lang="en-US" altLang="zh-CN" dirty="0"/>
              <a:t>questions,</a:t>
            </a:r>
            <a:r>
              <a:rPr lang="zh-CN" altLang="en-US" dirty="0"/>
              <a:t> </a:t>
            </a:r>
            <a:r>
              <a:rPr lang="en-US" altLang="zh-CN" dirty="0"/>
              <a:t>conclusions?</a:t>
            </a:r>
            <a:r>
              <a:rPr lang="zh-CN" altLang="en-US" dirty="0"/>
              <a:t> </a:t>
            </a:r>
            <a:endParaRPr lang="en-CA" dirty="0"/>
          </a:p>
        </p:txBody>
      </p:sp>
      <p:sp>
        <p:nvSpPr>
          <p:cNvPr id="4" name="Slide Number Placeholder 3">
            <a:extLst>
              <a:ext uri="{FF2B5EF4-FFF2-40B4-BE49-F238E27FC236}">
                <a16:creationId xmlns:a16="http://schemas.microsoft.com/office/drawing/2014/main" id="{7C913DAE-7098-DC1B-3F7A-B34A8B3D934A}"/>
              </a:ext>
            </a:extLst>
          </p:cNvPr>
          <p:cNvSpPr>
            <a:spLocks noGrp="1"/>
          </p:cNvSpPr>
          <p:nvPr>
            <p:ph type="sldNum" sz="quarter" idx="12"/>
          </p:nvPr>
        </p:nvSpPr>
        <p:spPr/>
        <p:txBody>
          <a:bodyPr/>
          <a:lstStyle/>
          <a:p>
            <a:r>
              <a:rPr lang="en-US" dirty="0"/>
              <a:t>9</a:t>
            </a:r>
          </a:p>
        </p:txBody>
      </p:sp>
    </p:spTree>
    <p:extLst>
      <p:ext uri="{BB962C8B-B14F-4D97-AF65-F5344CB8AC3E}">
        <p14:creationId xmlns:p14="http://schemas.microsoft.com/office/powerpoint/2010/main" val="138177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BBF5C-8A69-A02D-9178-DA39263935AC}"/>
              </a:ext>
            </a:extLst>
          </p:cNvPr>
          <p:cNvSpPr>
            <a:spLocks noGrp="1"/>
          </p:cNvSpPr>
          <p:nvPr>
            <p:ph type="title"/>
          </p:nvPr>
        </p:nvSpPr>
        <p:spPr/>
        <p:txBody>
          <a:bodyPr/>
          <a:lstStyle/>
          <a:p>
            <a:r>
              <a:rPr lang="en-US" altLang="zh-CN" dirty="0"/>
              <a:t>Activity:</a:t>
            </a:r>
            <a:r>
              <a:rPr lang="zh-CN" altLang="en-US" dirty="0"/>
              <a:t> </a:t>
            </a:r>
            <a:r>
              <a:rPr lang="en-US" altLang="zh-CN" dirty="0"/>
              <a:t>Comparing</a:t>
            </a:r>
            <a:r>
              <a:rPr lang="zh-CN" altLang="en-US" dirty="0"/>
              <a:t> </a:t>
            </a:r>
            <a:r>
              <a:rPr lang="en-US" altLang="zh-CN" dirty="0"/>
              <a:t>case</a:t>
            </a:r>
            <a:r>
              <a:rPr lang="zh-CN" altLang="en-US" dirty="0"/>
              <a:t> </a:t>
            </a:r>
            <a:r>
              <a:rPr lang="en-US" altLang="zh-CN" dirty="0"/>
              <a:t>studies</a:t>
            </a:r>
            <a:endParaRPr lang="en-CA" dirty="0"/>
          </a:p>
        </p:txBody>
      </p:sp>
      <p:sp>
        <p:nvSpPr>
          <p:cNvPr id="3" name="Content Placeholder 2">
            <a:extLst>
              <a:ext uri="{FF2B5EF4-FFF2-40B4-BE49-F238E27FC236}">
                <a16:creationId xmlns:a16="http://schemas.microsoft.com/office/drawing/2014/main" id="{F0CDC355-4B6F-D00F-E6DB-33D5B1B36047}"/>
              </a:ext>
            </a:extLst>
          </p:cNvPr>
          <p:cNvSpPr>
            <a:spLocks noGrp="1"/>
          </p:cNvSpPr>
          <p:nvPr>
            <p:ph idx="1"/>
          </p:nvPr>
        </p:nvSpPr>
        <p:spPr>
          <a:xfrm>
            <a:off x="2589212" y="1523999"/>
            <a:ext cx="8915400" cy="5020235"/>
          </a:xfrm>
        </p:spPr>
        <p:txBody>
          <a:bodyPr>
            <a:normAutofit fontScale="92500" lnSpcReduction="10000"/>
          </a:bodyPr>
          <a:lstStyle/>
          <a:p>
            <a:r>
              <a:rPr lang="en-US" altLang="zh-CN" dirty="0"/>
              <a:t>Brainstorm</a:t>
            </a:r>
            <a:r>
              <a:rPr lang="zh-CN" altLang="en-US" dirty="0"/>
              <a:t> </a:t>
            </a:r>
            <a:r>
              <a:rPr lang="en-US" altLang="zh-CN" dirty="0"/>
              <a:t>a</a:t>
            </a:r>
            <a:r>
              <a:rPr lang="zh-CN" altLang="en-US" dirty="0"/>
              <a:t> </a:t>
            </a:r>
            <a:r>
              <a:rPr lang="en-US" altLang="zh-CN" dirty="0"/>
              <a:t>new</a:t>
            </a:r>
            <a:r>
              <a:rPr lang="zh-CN" altLang="en-US" dirty="0"/>
              <a:t> </a:t>
            </a:r>
            <a:r>
              <a:rPr lang="en-US" altLang="zh-CN" dirty="0"/>
              <a:t>research</a:t>
            </a:r>
            <a:r>
              <a:rPr lang="zh-CN" altLang="en-US" dirty="0"/>
              <a:t> </a:t>
            </a:r>
            <a:r>
              <a:rPr lang="en-US" altLang="zh-CN" dirty="0"/>
              <a:t>project</a:t>
            </a:r>
            <a:r>
              <a:rPr lang="zh-CN" altLang="en-US" dirty="0"/>
              <a:t> </a:t>
            </a:r>
            <a:r>
              <a:rPr lang="en-US" altLang="zh-CN" dirty="0"/>
              <a:t>on</a:t>
            </a:r>
            <a:r>
              <a:rPr lang="zh-CN" altLang="en-US" dirty="0"/>
              <a:t> </a:t>
            </a:r>
            <a:r>
              <a:rPr lang="en-US" altLang="zh-CN" dirty="0"/>
              <a:t>contemporary</a:t>
            </a:r>
            <a:r>
              <a:rPr lang="zh-CN" altLang="en-US" dirty="0"/>
              <a:t> </a:t>
            </a:r>
            <a:r>
              <a:rPr lang="en-US" altLang="zh-CN" dirty="0"/>
              <a:t>‘adaptations’</a:t>
            </a:r>
            <a:r>
              <a:rPr lang="zh-CN" altLang="en-US" dirty="0"/>
              <a:t> </a:t>
            </a:r>
            <a:r>
              <a:rPr lang="en-US" altLang="zh-CN" dirty="0"/>
              <a:t>of</a:t>
            </a:r>
            <a:r>
              <a:rPr lang="zh-CN" altLang="en-US" dirty="0"/>
              <a:t> </a:t>
            </a:r>
            <a:r>
              <a:rPr lang="en-US" altLang="zh-CN" dirty="0"/>
              <a:t>Qingming</a:t>
            </a:r>
            <a:r>
              <a:rPr lang="zh-CN" altLang="en-US" dirty="0"/>
              <a:t> </a:t>
            </a:r>
            <a:r>
              <a:rPr lang="en-US" altLang="zh-CN" dirty="0"/>
              <a:t>scroll.</a:t>
            </a:r>
          </a:p>
          <a:p>
            <a:r>
              <a:rPr lang="en-US" altLang="zh-CN" dirty="0"/>
              <a:t>Choose</a:t>
            </a:r>
            <a:r>
              <a:rPr lang="zh-CN" altLang="en-US" dirty="0"/>
              <a:t> </a:t>
            </a:r>
            <a:r>
              <a:rPr lang="en-US" altLang="zh-CN" dirty="0"/>
              <a:t>two</a:t>
            </a:r>
            <a:r>
              <a:rPr lang="zh-CN" altLang="en-US" dirty="0"/>
              <a:t> </a:t>
            </a:r>
            <a:r>
              <a:rPr lang="en-US" altLang="zh-CN" dirty="0"/>
              <a:t>or</a:t>
            </a:r>
            <a:r>
              <a:rPr lang="zh-CN" altLang="en-US" dirty="0"/>
              <a:t> </a:t>
            </a:r>
            <a:r>
              <a:rPr lang="en-US" altLang="zh-CN" dirty="0"/>
              <a:t>three</a:t>
            </a:r>
            <a:r>
              <a:rPr lang="zh-CN" altLang="en-US" dirty="0"/>
              <a:t> </a:t>
            </a:r>
            <a:r>
              <a:rPr lang="en-US" altLang="zh-CN" dirty="0"/>
              <a:t>cases</a:t>
            </a:r>
            <a:r>
              <a:rPr lang="zh-CN" altLang="en-US" dirty="0"/>
              <a:t> </a:t>
            </a:r>
            <a:r>
              <a:rPr lang="en-US" altLang="zh-CN" dirty="0"/>
              <a:t>for</a:t>
            </a:r>
            <a:r>
              <a:rPr lang="zh-CN" altLang="en-US" dirty="0"/>
              <a:t> </a:t>
            </a:r>
            <a:r>
              <a:rPr lang="en-US" altLang="zh-CN" dirty="0"/>
              <a:t>comparison.</a:t>
            </a:r>
            <a:r>
              <a:rPr lang="zh-CN" altLang="en-US" dirty="0"/>
              <a:t> </a:t>
            </a:r>
            <a:endParaRPr lang="en-US" altLang="zh-CN" dirty="0"/>
          </a:p>
          <a:p>
            <a:r>
              <a:rPr lang="en-US" altLang="zh-CN" dirty="0"/>
              <a:t>Options:</a:t>
            </a:r>
          </a:p>
          <a:p>
            <a:pPr lvl="1"/>
            <a:r>
              <a:rPr lang="en-US" altLang="zh-CN" dirty="0"/>
              <a:t>One</a:t>
            </a:r>
            <a:r>
              <a:rPr lang="zh-CN" altLang="en-US" dirty="0"/>
              <a:t> </a:t>
            </a:r>
            <a:r>
              <a:rPr lang="en-US" altLang="zh-CN" dirty="0"/>
              <a:t>or</a:t>
            </a:r>
            <a:r>
              <a:rPr lang="zh-CN" altLang="en-US" dirty="0"/>
              <a:t> </a:t>
            </a:r>
            <a:r>
              <a:rPr lang="en-US" altLang="zh-CN" dirty="0"/>
              <a:t>both</a:t>
            </a:r>
            <a:r>
              <a:rPr lang="zh-CN" altLang="en-US" dirty="0"/>
              <a:t> </a:t>
            </a:r>
            <a:r>
              <a:rPr lang="en-US" altLang="zh-CN" dirty="0"/>
              <a:t>theme</a:t>
            </a:r>
            <a:r>
              <a:rPr lang="zh-CN" altLang="en-US" dirty="0"/>
              <a:t> </a:t>
            </a:r>
            <a:r>
              <a:rPr lang="en-US" altLang="zh-CN" dirty="0"/>
              <a:t>parks</a:t>
            </a:r>
            <a:r>
              <a:rPr lang="zh-CN" altLang="en-US" dirty="0"/>
              <a:t> </a:t>
            </a:r>
            <a:r>
              <a:rPr lang="en-US" altLang="zh-CN" dirty="0"/>
              <a:t>vs.</a:t>
            </a:r>
            <a:r>
              <a:rPr lang="zh-CN" altLang="en-US" dirty="0"/>
              <a:t> </a:t>
            </a:r>
            <a:r>
              <a:rPr lang="en-US" altLang="zh-CN" dirty="0"/>
              <a:t>other</a:t>
            </a:r>
            <a:r>
              <a:rPr lang="zh-CN" altLang="en-US" dirty="0"/>
              <a:t> </a:t>
            </a:r>
            <a:r>
              <a:rPr lang="en-US" altLang="zh-CN" dirty="0"/>
              <a:t>Qingming</a:t>
            </a:r>
            <a:r>
              <a:rPr lang="zh-CN" altLang="en-US" dirty="0"/>
              <a:t> </a:t>
            </a:r>
            <a:r>
              <a:rPr lang="en-US" altLang="zh-CN" dirty="0"/>
              <a:t>‘versions’</a:t>
            </a:r>
            <a:r>
              <a:rPr lang="zh-CN" altLang="en-US" dirty="0"/>
              <a:t> </a:t>
            </a:r>
            <a:r>
              <a:rPr lang="en-US" altLang="zh-CN" dirty="0"/>
              <a:t>(see</a:t>
            </a:r>
            <a:r>
              <a:rPr lang="zh-CN" altLang="en-US" dirty="0"/>
              <a:t> </a:t>
            </a:r>
            <a:r>
              <a:rPr lang="en-US" altLang="zh-CN" dirty="0"/>
              <a:t>‘Unit</a:t>
            </a:r>
            <a:r>
              <a:rPr lang="zh-CN" altLang="en-US" dirty="0"/>
              <a:t> </a:t>
            </a:r>
            <a:r>
              <a:rPr lang="en-US" altLang="zh-CN" dirty="0"/>
              <a:t>resources’)</a:t>
            </a:r>
          </a:p>
          <a:p>
            <a:pPr lvl="2"/>
            <a:r>
              <a:rPr lang="en-US" altLang="zh-CN" sz="1600" dirty="0" err="1"/>
              <a:t>E.g</a:t>
            </a:r>
            <a:r>
              <a:rPr lang="zh-CN" altLang="en-US" sz="1600" dirty="0"/>
              <a:t> </a:t>
            </a:r>
            <a:r>
              <a:rPr lang="en-US" altLang="zh-CN" sz="1600" dirty="0"/>
              <a:t>Millenium</a:t>
            </a:r>
            <a:r>
              <a:rPr lang="zh-CN" altLang="en-US" sz="1600" dirty="0"/>
              <a:t> </a:t>
            </a:r>
            <a:r>
              <a:rPr lang="en-US" altLang="zh-CN" sz="1600" dirty="0"/>
              <a:t>Park</a:t>
            </a:r>
            <a:r>
              <a:rPr lang="zh-CN" altLang="en-US" sz="1600" dirty="0"/>
              <a:t> </a:t>
            </a:r>
            <a:r>
              <a:rPr lang="en-US" altLang="zh-CN" sz="1600" dirty="0"/>
              <a:t>vs.</a:t>
            </a:r>
            <a:r>
              <a:rPr lang="zh-CN" altLang="en-US" sz="1600" dirty="0"/>
              <a:t> </a:t>
            </a:r>
            <a:r>
              <a:rPr lang="en-US" altLang="zh-CN" sz="1600" dirty="0"/>
              <a:t>Riverside</a:t>
            </a:r>
            <a:r>
              <a:rPr lang="zh-CN" altLang="en-US" sz="1600" dirty="0"/>
              <a:t> </a:t>
            </a:r>
            <a:r>
              <a:rPr lang="en-US" altLang="zh-CN" sz="1600" dirty="0"/>
              <a:t>Code</a:t>
            </a:r>
            <a:r>
              <a:rPr lang="zh-CN" altLang="en-US" sz="1600" dirty="0"/>
              <a:t> </a:t>
            </a:r>
            <a:r>
              <a:rPr lang="en-US" altLang="zh-CN" sz="1600" dirty="0"/>
              <a:t>tv</a:t>
            </a:r>
            <a:r>
              <a:rPr lang="zh-CN" altLang="en-US" sz="1600" dirty="0"/>
              <a:t> </a:t>
            </a:r>
            <a:r>
              <a:rPr lang="en-US" altLang="zh-CN" sz="1600" dirty="0"/>
              <a:t>drama</a:t>
            </a:r>
          </a:p>
          <a:p>
            <a:pPr lvl="1"/>
            <a:r>
              <a:rPr lang="en-US" altLang="zh-CN" dirty="0"/>
              <a:t>One</a:t>
            </a:r>
            <a:r>
              <a:rPr lang="zh-CN" altLang="en-US" dirty="0"/>
              <a:t> </a:t>
            </a:r>
            <a:r>
              <a:rPr lang="en-US" altLang="zh-CN" dirty="0"/>
              <a:t>or</a:t>
            </a:r>
            <a:r>
              <a:rPr lang="zh-CN" altLang="en-US" dirty="0"/>
              <a:t> </a:t>
            </a:r>
            <a:r>
              <a:rPr lang="en-US" altLang="zh-CN" dirty="0"/>
              <a:t>both</a:t>
            </a:r>
            <a:r>
              <a:rPr lang="zh-CN" altLang="en-US" dirty="0"/>
              <a:t> </a:t>
            </a:r>
            <a:r>
              <a:rPr lang="en-US" altLang="zh-CN" dirty="0"/>
              <a:t>theme</a:t>
            </a:r>
            <a:r>
              <a:rPr lang="zh-CN" altLang="en-US" dirty="0"/>
              <a:t> </a:t>
            </a:r>
            <a:r>
              <a:rPr lang="en-US" altLang="zh-CN" dirty="0"/>
              <a:t>parks</a:t>
            </a:r>
            <a:r>
              <a:rPr lang="zh-CN" altLang="en-US" dirty="0"/>
              <a:t> </a:t>
            </a:r>
            <a:r>
              <a:rPr lang="en-US" altLang="zh-CN" dirty="0"/>
              <a:t>vs.</a:t>
            </a:r>
            <a:r>
              <a:rPr lang="zh-CN" altLang="en-US" dirty="0"/>
              <a:t> </a:t>
            </a:r>
            <a:r>
              <a:rPr lang="en-US" altLang="zh-CN" dirty="0"/>
              <a:t>comparable</a:t>
            </a:r>
            <a:r>
              <a:rPr lang="zh-CN" altLang="en-US" dirty="0"/>
              <a:t> </a:t>
            </a:r>
            <a:r>
              <a:rPr lang="en-US" altLang="zh-CN" dirty="0"/>
              <a:t>theme</a:t>
            </a:r>
            <a:r>
              <a:rPr lang="zh-CN" altLang="en-US" dirty="0"/>
              <a:t> </a:t>
            </a:r>
            <a:r>
              <a:rPr lang="en-US" altLang="zh-CN" dirty="0"/>
              <a:t>park,</a:t>
            </a:r>
            <a:r>
              <a:rPr lang="zh-CN" altLang="en-US" dirty="0"/>
              <a:t> </a:t>
            </a:r>
            <a:r>
              <a:rPr lang="en-US" altLang="zh-CN" dirty="0"/>
              <a:t>historic</a:t>
            </a:r>
            <a:r>
              <a:rPr lang="zh-CN" altLang="en-US" dirty="0"/>
              <a:t> </a:t>
            </a:r>
            <a:r>
              <a:rPr lang="en-US" altLang="zh-CN" dirty="0"/>
              <a:t>site,</a:t>
            </a:r>
            <a:r>
              <a:rPr lang="zh-CN" altLang="en-US" dirty="0"/>
              <a:t> </a:t>
            </a:r>
            <a:r>
              <a:rPr lang="en-US" altLang="zh-CN" dirty="0"/>
              <a:t>etc.,</a:t>
            </a:r>
            <a:r>
              <a:rPr lang="zh-CN" altLang="en-US" dirty="0"/>
              <a:t> </a:t>
            </a:r>
            <a:r>
              <a:rPr lang="en-US" altLang="zh-CN" dirty="0"/>
              <a:t>in</a:t>
            </a:r>
            <a:r>
              <a:rPr lang="zh-CN" altLang="en-US" dirty="0"/>
              <a:t> </a:t>
            </a:r>
            <a:r>
              <a:rPr lang="en-US" altLang="zh-CN" dirty="0"/>
              <a:t>China</a:t>
            </a:r>
            <a:r>
              <a:rPr lang="zh-CN" altLang="en-US" dirty="0"/>
              <a:t> </a:t>
            </a:r>
            <a:r>
              <a:rPr lang="en-US" altLang="zh-CN" dirty="0"/>
              <a:t>or</a:t>
            </a:r>
            <a:r>
              <a:rPr lang="zh-CN" altLang="en-US" dirty="0"/>
              <a:t> </a:t>
            </a:r>
            <a:r>
              <a:rPr lang="en-US" altLang="zh-CN" dirty="0"/>
              <a:t>elsewhere</a:t>
            </a:r>
          </a:p>
          <a:p>
            <a:pPr lvl="2"/>
            <a:r>
              <a:rPr lang="en-US" altLang="zh-CN" sz="1600" dirty="0"/>
              <a:t>E.g.</a:t>
            </a:r>
            <a:r>
              <a:rPr lang="zh-CN" altLang="en-US" sz="1600" dirty="0"/>
              <a:t> </a:t>
            </a:r>
            <a:r>
              <a:rPr lang="en-US" altLang="zh-CN" sz="1600" dirty="0"/>
              <a:t>Song</a:t>
            </a:r>
            <a:r>
              <a:rPr lang="zh-CN" altLang="en-US" sz="1600" dirty="0"/>
              <a:t> </a:t>
            </a:r>
            <a:r>
              <a:rPr lang="en-US" altLang="zh-CN" sz="1600" dirty="0"/>
              <a:t>City</a:t>
            </a:r>
            <a:r>
              <a:rPr lang="zh-CN" altLang="en-US" sz="1600" dirty="0"/>
              <a:t> </a:t>
            </a:r>
            <a:r>
              <a:rPr lang="en-US" altLang="zh-CN" sz="1600" dirty="0"/>
              <a:t>vs</a:t>
            </a:r>
            <a:r>
              <a:rPr lang="zh-CN" altLang="en-US" sz="1600" dirty="0"/>
              <a:t> </a:t>
            </a:r>
            <a:r>
              <a:rPr lang="en-US" altLang="zh-CN" sz="1600" dirty="0"/>
              <a:t>Fort</a:t>
            </a:r>
            <a:r>
              <a:rPr lang="zh-CN" altLang="en-US" sz="1600" dirty="0"/>
              <a:t> </a:t>
            </a:r>
            <a:r>
              <a:rPr lang="en-US" altLang="zh-CN" sz="1600" dirty="0"/>
              <a:t>Edmonton</a:t>
            </a:r>
            <a:r>
              <a:rPr lang="zh-CN" altLang="en-US" sz="1600" dirty="0"/>
              <a:t> </a:t>
            </a:r>
            <a:r>
              <a:rPr lang="en-US" altLang="zh-CN" sz="1600" dirty="0"/>
              <a:t>Park</a:t>
            </a:r>
            <a:r>
              <a:rPr lang="zh-CN" altLang="en-US" sz="1600" dirty="0"/>
              <a:t> </a:t>
            </a:r>
            <a:r>
              <a:rPr lang="en-US" altLang="zh-CN" sz="1600" dirty="0"/>
              <a:t>/</a:t>
            </a:r>
            <a:r>
              <a:rPr lang="zh-CN" altLang="en-US" sz="1600" dirty="0"/>
              <a:t> </a:t>
            </a:r>
            <a:r>
              <a:rPr lang="en-US" altLang="zh-CN" sz="1600" dirty="0"/>
              <a:t>Song</a:t>
            </a:r>
            <a:r>
              <a:rPr lang="zh-CN" altLang="en-US" sz="1600" dirty="0"/>
              <a:t> </a:t>
            </a:r>
            <a:r>
              <a:rPr lang="en-US" altLang="zh-CN" sz="1600" dirty="0"/>
              <a:t>City</a:t>
            </a:r>
            <a:r>
              <a:rPr lang="zh-CN" altLang="en-US" sz="1600" dirty="0"/>
              <a:t> </a:t>
            </a:r>
            <a:r>
              <a:rPr lang="en-US" altLang="zh-CN" sz="1600" dirty="0"/>
              <a:t>vs.</a:t>
            </a:r>
            <a:r>
              <a:rPr lang="zh-CN" altLang="en-US" sz="1600" dirty="0"/>
              <a:t> </a:t>
            </a:r>
            <a:r>
              <a:rPr lang="en-US" altLang="zh-CN" sz="1600" dirty="0"/>
              <a:t>West</a:t>
            </a:r>
            <a:r>
              <a:rPr lang="zh-CN" altLang="en-US" sz="1600" dirty="0"/>
              <a:t> </a:t>
            </a:r>
            <a:r>
              <a:rPr lang="en-US" altLang="zh-CN" sz="1600" dirty="0"/>
              <a:t>Lake,</a:t>
            </a:r>
            <a:r>
              <a:rPr lang="zh-CN" altLang="en-US" sz="1600" dirty="0"/>
              <a:t> </a:t>
            </a:r>
            <a:r>
              <a:rPr lang="en-US" altLang="zh-CN" sz="1600" dirty="0"/>
              <a:t>Hangzhou</a:t>
            </a:r>
          </a:p>
          <a:p>
            <a:pPr lvl="1"/>
            <a:r>
              <a:rPr lang="en-US" altLang="zh-CN" dirty="0"/>
              <a:t>Other</a:t>
            </a:r>
            <a:r>
              <a:rPr lang="zh-CN" altLang="en-US" dirty="0"/>
              <a:t> </a:t>
            </a:r>
            <a:r>
              <a:rPr lang="en-US" altLang="zh-CN" dirty="0"/>
              <a:t>Qingming</a:t>
            </a:r>
            <a:r>
              <a:rPr lang="zh-CN" altLang="en-US" dirty="0"/>
              <a:t> </a:t>
            </a:r>
            <a:r>
              <a:rPr lang="en-US" altLang="zh-CN" dirty="0"/>
              <a:t>‘versions’</a:t>
            </a:r>
            <a:r>
              <a:rPr lang="zh-CN" altLang="en-US" dirty="0"/>
              <a:t> </a:t>
            </a:r>
            <a:r>
              <a:rPr lang="en-US" altLang="zh-CN" dirty="0"/>
              <a:t>from</a:t>
            </a:r>
            <a:r>
              <a:rPr lang="zh-CN" altLang="en-US" dirty="0"/>
              <a:t> </a:t>
            </a:r>
            <a:r>
              <a:rPr lang="en-US" altLang="zh-CN" dirty="0"/>
              <a:t>Unit</a:t>
            </a:r>
            <a:r>
              <a:rPr lang="zh-CN" altLang="en-US" dirty="0"/>
              <a:t> </a:t>
            </a:r>
            <a:r>
              <a:rPr lang="en-US" altLang="zh-CN" dirty="0"/>
              <a:t>Resources</a:t>
            </a:r>
            <a:r>
              <a:rPr lang="zh-CN" altLang="en-US" dirty="0"/>
              <a:t> </a:t>
            </a:r>
            <a:r>
              <a:rPr lang="en-US" altLang="zh-CN" dirty="0"/>
              <a:t>vs.</a:t>
            </a:r>
            <a:r>
              <a:rPr lang="zh-CN" altLang="en-US" dirty="0"/>
              <a:t> </a:t>
            </a:r>
            <a:r>
              <a:rPr lang="en-US" altLang="zh-CN" dirty="0"/>
              <a:t>similar</a:t>
            </a:r>
            <a:r>
              <a:rPr lang="zh-CN" altLang="en-US" dirty="0"/>
              <a:t> </a:t>
            </a:r>
            <a:r>
              <a:rPr lang="en-US" altLang="zh-CN" dirty="0"/>
              <a:t>media</a:t>
            </a:r>
            <a:r>
              <a:rPr lang="zh-CN" altLang="en-US" dirty="0"/>
              <a:t> </a:t>
            </a:r>
            <a:r>
              <a:rPr lang="en-US" altLang="zh-CN" dirty="0"/>
              <a:t>inspired</a:t>
            </a:r>
            <a:r>
              <a:rPr lang="zh-CN" altLang="en-US" dirty="0"/>
              <a:t> </a:t>
            </a:r>
            <a:r>
              <a:rPr lang="en-US" altLang="zh-CN" dirty="0"/>
              <a:t>by</a:t>
            </a:r>
            <a:r>
              <a:rPr lang="zh-CN" altLang="en-US" dirty="0"/>
              <a:t> </a:t>
            </a:r>
            <a:r>
              <a:rPr lang="en-US" altLang="zh-CN" dirty="0"/>
              <a:t>diff.</a:t>
            </a:r>
            <a:r>
              <a:rPr lang="zh-CN" altLang="en-US" dirty="0"/>
              <a:t> </a:t>
            </a:r>
            <a:r>
              <a:rPr lang="en-US" altLang="zh-CN" dirty="0"/>
              <a:t>heritage</a:t>
            </a:r>
          </a:p>
          <a:p>
            <a:pPr lvl="2"/>
            <a:r>
              <a:rPr lang="en-US" altLang="zh-CN" sz="1600" dirty="0"/>
              <a:t>E.g.</a:t>
            </a:r>
            <a:r>
              <a:rPr lang="zh-CN" altLang="en-US" sz="1600" dirty="0"/>
              <a:t> </a:t>
            </a:r>
            <a:r>
              <a:rPr lang="en-US" altLang="zh-CN" sz="1600" dirty="0"/>
              <a:t>Qingming</a:t>
            </a:r>
            <a:r>
              <a:rPr lang="zh-CN" altLang="en-US" sz="1600" dirty="0"/>
              <a:t> </a:t>
            </a:r>
            <a:r>
              <a:rPr lang="en-US" altLang="zh-CN" sz="1600" dirty="0"/>
              <a:t>Minecraft</a:t>
            </a:r>
            <a:r>
              <a:rPr lang="zh-CN" altLang="en-US" sz="1600" dirty="0"/>
              <a:t> </a:t>
            </a:r>
            <a:r>
              <a:rPr lang="en-US" altLang="zh-CN" sz="1600" dirty="0"/>
              <a:t>level</a:t>
            </a:r>
            <a:r>
              <a:rPr lang="zh-CN" altLang="en-US" sz="1600" dirty="0"/>
              <a:t> </a:t>
            </a:r>
            <a:r>
              <a:rPr lang="en-US" altLang="zh-CN" sz="1600" dirty="0"/>
              <a:t>vs.</a:t>
            </a:r>
            <a:r>
              <a:rPr lang="zh-CN" altLang="en-US" sz="1600" dirty="0"/>
              <a:t> </a:t>
            </a:r>
            <a:r>
              <a:rPr lang="en-US" altLang="zh-CN" sz="1600" dirty="0"/>
              <a:t>another</a:t>
            </a:r>
            <a:r>
              <a:rPr lang="zh-CN" altLang="en-US" sz="1600" dirty="0"/>
              <a:t> </a:t>
            </a:r>
            <a:r>
              <a:rPr lang="en-US" altLang="zh-CN" sz="1600" dirty="0"/>
              <a:t>video</a:t>
            </a:r>
            <a:r>
              <a:rPr lang="zh-CN" altLang="en-US" sz="1600" dirty="0"/>
              <a:t> </a:t>
            </a:r>
            <a:r>
              <a:rPr lang="en-US" altLang="zh-CN" sz="1600" dirty="0"/>
              <a:t>game</a:t>
            </a:r>
            <a:r>
              <a:rPr lang="zh-CN" altLang="en-US" sz="1600" dirty="0"/>
              <a:t> </a:t>
            </a:r>
            <a:r>
              <a:rPr lang="en-US" altLang="zh-CN" sz="1600" dirty="0"/>
              <a:t>inspired</a:t>
            </a:r>
            <a:r>
              <a:rPr lang="zh-CN" altLang="en-US" sz="1600" dirty="0"/>
              <a:t> </a:t>
            </a:r>
            <a:r>
              <a:rPr lang="en-US" altLang="zh-CN" sz="1600" dirty="0"/>
              <a:t>by</a:t>
            </a:r>
            <a:r>
              <a:rPr lang="zh-CN" altLang="en-US" sz="1600" dirty="0"/>
              <a:t> </a:t>
            </a:r>
            <a:r>
              <a:rPr lang="en-US" altLang="zh-CN" sz="1600" dirty="0"/>
              <a:t>an</a:t>
            </a:r>
            <a:r>
              <a:rPr lang="zh-CN" altLang="en-US" sz="1600" dirty="0"/>
              <a:t> </a:t>
            </a:r>
            <a:r>
              <a:rPr lang="en-US" altLang="zh-CN" sz="1600" dirty="0"/>
              <a:t>older</a:t>
            </a:r>
            <a:r>
              <a:rPr lang="zh-CN" altLang="en-US" sz="1600" dirty="0"/>
              <a:t> </a:t>
            </a:r>
            <a:r>
              <a:rPr lang="en-US" altLang="zh-CN" sz="1600" dirty="0"/>
              <a:t>work</a:t>
            </a:r>
            <a:r>
              <a:rPr lang="zh-CN" altLang="en-US" sz="1600" dirty="0"/>
              <a:t> </a:t>
            </a:r>
            <a:r>
              <a:rPr lang="en-US" altLang="zh-CN" sz="1600" dirty="0"/>
              <a:t>of</a:t>
            </a:r>
            <a:r>
              <a:rPr lang="zh-CN" altLang="en-US" sz="1600" dirty="0"/>
              <a:t> </a:t>
            </a:r>
            <a:r>
              <a:rPr lang="en-US" altLang="zh-CN" sz="1600" dirty="0"/>
              <a:t>art,</a:t>
            </a:r>
            <a:r>
              <a:rPr lang="zh-CN" altLang="en-US" sz="1600" dirty="0"/>
              <a:t> </a:t>
            </a:r>
            <a:r>
              <a:rPr lang="en-US" altLang="zh-CN" sz="1600" dirty="0"/>
              <a:t>etc.</a:t>
            </a:r>
          </a:p>
          <a:p>
            <a:r>
              <a:rPr lang="en-US" altLang="zh-CN" dirty="0"/>
              <a:t>Write</a:t>
            </a:r>
            <a:r>
              <a:rPr lang="zh-CN" altLang="en-US" dirty="0"/>
              <a:t> </a:t>
            </a:r>
            <a:r>
              <a:rPr lang="en-US" altLang="zh-CN" dirty="0"/>
              <a:t>a</a:t>
            </a:r>
            <a:r>
              <a:rPr lang="zh-CN" altLang="en-US" dirty="0"/>
              <a:t> </a:t>
            </a:r>
            <a:r>
              <a:rPr lang="en-US" altLang="zh-CN" dirty="0"/>
              <a:t>short</a:t>
            </a:r>
            <a:r>
              <a:rPr lang="zh-CN" altLang="en-US" dirty="0"/>
              <a:t> </a:t>
            </a:r>
            <a:r>
              <a:rPr lang="en-US" altLang="zh-CN" dirty="0"/>
              <a:t>(1-2</a:t>
            </a:r>
            <a:r>
              <a:rPr lang="zh-CN" altLang="en-US" dirty="0"/>
              <a:t> </a:t>
            </a:r>
            <a:r>
              <a:rPr lang="en-US" altLang="zh-CN" dirty="0"/>
              <a:t>paragraph)</a:t>
            </a:r>
            <a:r>
              <a:rPr lang="zh-CN" altLang="en-US" dirty="0"/>
              <a:t> </a:t>
            </a:r>
            <a:r>
              <a:rPr lang="en-US" altLang="zh-CN" dirty="0"/>
              <a:t>explanation</a:t>
            </a:r>
            <a:r>
              <a:rPr lang="zh-CN" altLang="en-US" dirty="0"/>
              <a:t> </a:t>
            </a:r>
            <a:r>
              <a:rPr lang="en-US" altLang="zh-CN" dirty="0"/>
              <a:t>of</a:t>
            </a:r>
            <a:r>
              <a:rPr lang="zh-CN" altLang="en-US" dirty="0"/>
              <a:t> </a:t>
            </a:r>
            <a:r>
              <a:rPr lang="en-US" altLang="zh-CN" dirty="0"/>
              <a:t>this</a:t>
            </a:r>
            <a:r>
              <a:rPr lang="zh-CN" altLang="en-US" dirty="0"/>
              <a:t> </a:t>
            </a:r>
            <a:r>
              <a:rPr lang="en-US" altLang="zh-CN" dirty="0"/>
              <a:t>hypothetical</a:t>
            </a:r>
            <a:r>
              <a:rPr lang="zh-CN" altLang="en-US" dirty="0"/>
              <a:t> </a:t>
            </a:r>
            <a:r>
              <a:rPr lang="en-US" altLang="zh-CN" dirty="0"/>
              <a:t>research</a:t>
            </a:r>
            <a:r>
              <a:rPr lang="zh-CN" altLang="en-US" dirty="0"/>
              <a:t> </a:t>
            </a:r>
            <a:r>
              <a:rPr lang="en-US" altLang="zh-CN" dirty="0"/>
              <a:t>project.</a:t>
            </a:r>
          </a:p>
          <a:p>
            <a:r>
              <a:rPr lang="en-US" altLang="zh-CN" dirty="0"/>
              <a:t>In</a:t>
            </a:r>
            <a:r>
              <a:rPr lang="zh-CN" altLang="en-US" dirty="0"/>
              <a:t> </a:t>
            </a:r>
            <a:r>
              <a:rPr lang="en-US" altLang="zh-CN" dirty="0"/>
              <a:t>addition</a:t>
            </a:r>
            <a:r>
              <a:rPr lang="zh-CN" altLang="en-US" dirty="0"/>
              <a:t> </a:t>
            </a:r>
            <a:r>
              <a:rPr lang="en-US" altLang="zh-CN" dirty="0"/>
              <a:t>to</a:t>
            </a:r>
            <a:r>
              <a:rPr lang="zh-CN" altLang="en-US" dirty="0"/>
              <a:t> </a:t>
            </a:r>
            <a:r>
              <a:rPr lang="en-US" altLang="zh-CN" dirty="0"/>
              <a:t>introducing</a:t>
            </a:r>
            <a:r>
              <a:rPr lang="zh-CN" altLang="en-US" dirty="0"/>
              <a:t> </a:t>
            </a:r>
            <a:r>
              <a:rPr lang="en-US" altLang="zh-CN" dirty="0"/>
              <a:t>examples</a:t>
            </a:r>
            <a:r>
              <a:rPr lang="zh-CN" altLang="en-US" dirty="0"/>
              <a:t> </a:t>
            </a:r>
            <a:r>
              <a:rPr lang="en-US" altLang="zh-CN" dirty="0"/>
              <a:t>you</a:t>
            </a:r>
            <a:r>
              <a:rPr lang="zh-CN" altLang="en-US" dirty="0"/>
              <a:t> </a:t>
            </a:r>
            <a:r>
              <a:rPr lang="en-US" altLang="zh-CN" dirty="0"/>
              <a:t>would</a:t>
            </a:r>
            <a:r>
              <a:rPr lang="zh-CN" altLang="en-US" dirty="0"/>
              <a:t> </a:t>
            </a:r>
            <a:r>
              <a:rPr lang="en-US" altLang="zh-CN" dirty="0"/>
              <a:t>compare,</a:t>
            </a:r>
            <a:r>
              <a:rPr lang="zh-CN" altLang="en-US" dirty="0"/>
              <a:t> </a:t>
            </a:r>
            <a:r>
              <a:rPr lang="en-US" altLang="zh-CN" dirty="0"/>
              <a:t>include:</a:t>
            </a:r>
            <a:r>
              <a:rPr lang="zh-CN" altLang="en-US" dirty="0"/>
              <a:t> </a:t>
            </a:r>
            <a:endParaRPr lang="en-US" altLang="zh-CN" dirty="0"/>
          </a:p>
          <a:p>
            <a:pPr lvl="1"/>
            <a:r>
              <a:rPr lang="en-US" altLang="zh-CN" dirty="0"/>
              <a:t>Preliminary</a:t>
            </a:r>
            <a:r>
              <a:rPr lang="zh-CN" altLang="en-US" dirty="0"/>
              <a:t> </a:t>
            </a:r>
            <a:r>
              <a:rPr lang="en-US" altLang="zh-CN" dirty="0"/>
              <a:t>thoughts</a:t>
            </a:r>
            <a:r>
              <a:rPr lang="zh-CN" altLang="en-US" dirty="0"/>
              <a:t> </a:t>
            </a:r>
            <a:r>
              <a:rPr lang="en-US" altLang="zh-CN" dirty="0"/>
              <a:t>on</a:t>
            </a:r>
            <a:r>
              <a:rPr lang="zh-CN" altLang="en-US" dirty="0"/>
              <a:t> </a:t>
            </a:r>
            <a:r>
              <a:rPr lang="en-US" altLang="zh-CN" dirty="0"/>
              <a:t>how</a:t>
            </a:r>
            <a:r>
              <a:rPr lang="zh-CN" altLang="en-US" dirty="0"/>
              <a:t> </a:t>
            </a:r>
            <a:r>
              <a:rPr lang="en-US" altLang="zh-CN" dirty="0"/>
              <a:t>they</a:t>
            </a:r>
            <a:r>
              <a:rPr lang="zh-CN" altLang="en-US" dirty="0"/>
              <a:t> </a:t>
            </a:r>
            <a:r>
              <a:rPr lang="en-US" altLang="zh-CN" dirty="0"/>
              <a:t>relate,</a:t>
            </a:r>
            <a:r>
              <a:rPr lang="zh-CN" altLang="en-US" dirty="0"/>
              <a:t> </a:t>
            </a:r>
            <a:r>
              <a:rPr lang="en-US" altLang="zh-CN" dirty="0"/>
              <a:t>what</a:t>
            </a:r>
            <a:r>
              <a:rPr lang="zh-CN" altLang="en-US" dirty="0"/>
              <a:t> </a:t>
            </a:r>
            <a:r>
              <a:rPr lang="en-US" altLang="zh-CN" dirty="0"/>
              <a:t>we</a:t>
            </a:r>
            <a:r>
              <a:rPr lang="zh-CN" altLang="en-US" dirty="0"/>
              <a:t> </a:t>
            </a:r>
            <a:r>
              <a:rPr lang="en-US" altLang="zh-CN" dirty="0"/>
              <a:t>can</a:t>
            </a:r>
            <a:r>
              <a:rPr lang="zh-CN" altLang="en-US" dirty="0"/>
              <a:t> </a:t>
            </a:r>
            <a:r>
              <a:rPr lang="en-US" altLang="zh-CN" dirty="0"/>
              <a:t>learn</a:t>
            </a:r>
            <a:r>
              <a:rPr lang="zh-CN" altLang="en-US" dirty="0"/>
              <a:t> </a:t>
            </a:r>
            <a:r>
              <a:rPr lang="en-US" altLang="zh-CN" dirty="0"/>
              <a:t>about</a:t>
            </a:r>
            <a:r>
              <a:rPr lang="zh-CN" altLang="en-US" dirty="0"/>
              <a:t> </a:t>
            </a:r>
            <a:r>
              <a:rPr lang="en-US" altLang="zh-CN" dirty="0"/>
              <a:t>legacy</a:t>
            </a:r>
            <a:r>
              <a:rPr lang="zh-CN" altLang="en-US" dirty="0"/>
              <a:t> </a:t>
            </a:r>
            <a:r>
              <a:rPr lang="en-US" altLang="zh-CN" dirty="0"/>
              <a:t>of</a:t>
            </a:r>
            <a:r>
              <a:rPr lang="zh-CN" altLang="en-US" dirty="0"/>
              <a:t> </a:t>
            </a:r>
            <a:r>
              <a:rPr lang="en-US" altLang="zh-CN" dirty="0"/>
              <a:t>Qingming</a:t>
            </a:r>
            <a:r>
              <a:rPr lang="zh-CN" altLang="en-US" dirty="0"/>
              <a:t> </a:t>
            </a:r>
            <a:r>
              <a:rPr lang="en-US" altLang="zh-CN" dirty="0"/>
              <a:t>scroll</a:t>
            </a:r>
          </a:p>
          <a:p>
            <a:pPr lvl="1"/>
            <a:r>
              <a:rPr lang="en-US" altLang="zh-CN" dirty="0"/>
              <a:t>Questions</a:t>
            </a:r>
            <a:r>
              <a:rPr lang="zh-CN" altLang="en-US" dirty="0"/>
              <a:t> </a:t>
            </a:r>
            <a:r>
              <a:rPr lang="en-US" altLang="zh-CN" dirty="0"/>
              <a:t>further</a:t>
            </a:r>
            <a:r>
              <a:rPr lang="zh-CN" altLang="en-US" dirty="0"/>
              <a:t> </a:t>
            </a:r>
            <a:r>
              <a:rPr lang="en-US" altLang="zh-CN" dirty="0"/>
              <a:t>research</a:t>
            </a:r>
            <a:r>
              <a:rPr lang="zh-CN" altLang="en-US" dirty="0"/>
              <a:t> </a:t>
            </a:r>
            <a:r>
              <a:rPr lang="en-US" altLang="zh-CN" dirty="0"/>
              <a:t>could</a:t>
            </a:r>
            <a:r>
              <a:rPr lang="zh-CN" altLang="en-US" dirty="0"/>
              <a:t> </a:t>
            </a:r>
            <a:r>
              <a:rPr lang="en-US" altLang="zh-CN" dirty="0"/>
              <a:t>answer</a:t>
            </a:r>
          </a:p>
          <a:p>
            <a:pPr lvl="1"/>
            <a:r>
              <a:rPr lang="en-US" altLang="zh-CN" dirty="0"/>
              <a:t>Methods</a:t>
            </a:r>
            <a:r>
              <a:rPr lang="zh-CN" altLang="en-US" dirty="0"/>
              <a:t> </a:t>
            </a:r>
            <a:r>
              <a:rPr lang="en-US" altLang="zh-CN" dirty="0"/>
              <a:t>and</a:t>
            </a:r>
            <a:r>
              <a:rPr lang="zh-CN" altLang="en-US" dirty="0"/>
              <a:t> </a:t>
            </a:r>
            <a:r>
              <a:rPr lang="en-US" altLang="zh-CN" dirty="0"/>
              <a:t>steps</a:t>
            </a:r>
            <a:r>
              <a:rPr lang="zh-CN" altLang="en-US" dirty="0"/>
              <a:t> </a:t>
            </a:r>
            <a:r>
              <a:rPr lang="en-US" altLang="zh-CN" dirty="0"/>
              <a:t>to</a:t>
            </a:r>
            <a:r>
              <a:rPr lang="zh-CN" altLang="en-US" dirty="0"/>
              <a:t> </a:t>
            </a:r>
            <a:r>
              <a:rPr lang="en-US" altLang="zh-CN" dirty="0"/>
              <a:t>complete</a:t>
            </a:r>
            <a:r>
              <a:rPr lang="zh-CN" altLang="en-US" dirty="0"/>
              <a:t> </a:t>
            </a:r>
            <a:r>
              <a:rPr lang="en-US" altLang="zh-CN" dirty="0"/>
              <a:t>project</a:t>
            </a:r>
            <a:r>
              <a:rPr lang="en-US" altLang="zh-TW" dirty="0"/>
              <a:t>.</a:t>
            </a:r>
            <a:r>
              <a:rPr lang="zh-TW" altLang="en-US"/>
              <a:t> </a:t>
            </a:r>
            <a:r>
              <a:rPr lang="en-US" altLang="zh-CN"/>
              <a:t>Review</a:t>
            </a:r>
            <a:r>
              <a:rPr lang="zh-CN" altLang="en-US" dirty="0"/>
              <a:t> </a:t>
            </a:r>
            <a:r>
              <a:rPr lang="en-US" altLang="zh-CN" dirty="0"/>
              <a:t>Ludwig</a:t>
            </a:r>
            <a:r>
              <a:rPr lang="zh-CN" altLang="en-US" dirty="0"/>
              <a:t> </a:t>
            </a:r>
            <a:r>
              <a:rPr lang="en-US" altLang="zh-CN" dirty="0"/>
              <a:t>&amp;</a:t>
            </a:r>
            <a:r>
              <a:rPr lang="zh-CN" altLang="en-US" dirty="0"/>
              <a:t> </a:t>
            </a:r>
            <a:r>
              <a:rPr lang="en-US" altLang="zh-CN" dirty="0"/>
              <a:t>Wang:</a:t>
            </a:r>
            <a:r>
              <a:rPr lang="zh-CN" altLang="en-US" dirty="0"/>
              <a:t> </a:t>
            </a:r>
            <a:r>
              <a:rPr lang="en-US" altLang="zh-CN" dirty="0"/>
              <a:t>What</a:t>
            </a:r>
            <a:r>
              <a:rPr lang="zh-CN" altLang="en-US" dirty="0"/>
              <a:t> </a:t>
            </a:r>
            <a:r>
              <a:rPr lang="en-US" altLang="zh-CN" dirty="0"/>
              <a:t>kind</a:t>
            </a:r>
            <a:r>
              <a:rPr lang="zh-CN" altLang="en-US" dirty="0"/>
              <a:t> </a:t>
            </a:r>
            <a:r>
              <a:rPr lang="en-US" altLang="zh-CN" dirty="0"/>
              <a:t>of</a:t>
            </a:r>
            <a:r>
              <a:rPr lang="zh-CN" altLang="en-US" dirty="0"/>
              <a:t> </a:t>
            </a:r>
            <a:r>
              <a:rPr lang="en-US" altLang="zh-CN" dirty="0"/>
              <a:t>sources</a:t>
            </a:r>
            <a:r>
              <a:rPr lang="zh-CN" altLang="en-US" dirty="0"/>
              <a:t> </a:t>
            </a:r>
            <a:r>
              <a:rPr lang="en-US" altLang="zh-CN" dirty="0"/>
              <a:t>do</a:t>
            </a:r>
            <a:r>
              <a:rPr lang="zh-CN" altLang="en-US" dirty="0"/>
              <a:t> </a:t>
            </a:r>
            <a:r>
              <a:rPr lang="en-US" altLang="zh-CN" dirty="0"/>
              <a:t>they</a:t>
            </a:r>
            <a:r>
              <a:rPr lang="zh-CN" altLang="en-US" dirty="0"/>
              <a:t> </a:t>
            </a:r>
            <a:r>
              <a:rPr lang="en-US" altLang="zh-CN" dirty="0"/>
              <a:t>consult?</a:t>
            </a:r>
            <a:r>
              <a:rPr lang="zh-CN" altLang="en-US" dirty="0"/>
              <a:t> </a:t>
            </a:r>
            <a:r>
              <a:rPr lang="en-US" altLang="zh-CN" dirty="0"/>
              <a:t>Who</a:t>
            </a:r>
            <a:r>
              <a:rPr lang="zh-CN" altLang="en-US" dirty="0"/>
              <a:t> </a:t>
            </a:r>
            <a:r>
              <a:rPr lang="en-US" altLang="zh-CN" dirty="0"/>
              <a:t>did</a:t>
            </a:r>
            <a:r>
              <a:rPr lang="zh-CN" altLang="en-US" dirty="0"/>
              <a:t> </a:t>
            </a:r>
            <a:r>
              <a:rPr lang="en-US" altLang="zh-CN" dirty="0"/>
              <a:t>they</a:t>
            </a:r>
            <a:r>
              <a:rPr lang="zh-CN" altLang="en-US" dirty="0"/>
              <a:t> </a:t>
            </a:r>
            <a:r>
              <a:rPr lang="en-US" altLang="zh-CN" dirty="0"/>
              <a:t>talk</a:t>
            </a:r>
            <a:r>
              <a:rPr lang="zh-CN" altLang="en-US" dirty="0"/>
              <a:t> </a:t>
            </a:r>
            <a:r>
              <a:rPr lang="en-US" altLang="zh-CN" dirty="0"/>
              <a:t>to?</a:t>
            </a:r>
            <a:r>
              <a:rPr lang="zh-CN" altLang="en-US" dirty="0"/>
              <a:t> </a:t>
            </a:r>
            <a:r>
              <a:rPr lang="en-US" altLang="zh-CN" dirty="0"/>
              <a:t>What</a:t>
            </a:r>
            <a:r>
              <a:rPr lang="zh-CN" altLang="en-US" dirty="0"/>
              <a:t> </a:t>
            </a:r>
            <a:r>
              <a:rPr lang="en-US" altLang="zh-CN" dirty="0"/>
              <a:t>other</a:t>
            </a:r>
            <a:r>
              <a:rPr lang="zh-CN" altLang="en-US" dirty="0"/>
              <a:t> </a:t>
            </a:r>
            <a:r>
              <a:rPr lang="en-US" altLang="zh-CN" dirty="0"/>
              <a:t>scholars’</a:t>
            </a:r>
            <a:r>
              <a:rPr lang="zh-CN" altLang="en-US" dirty="0"/>
              <a:t> </a:t>
            </a:r>
            <a:r>
              <a:rPr lang="en-US" altLang="zh-CN" dirty="0"/>
              <a:t>work</a:t>
            </a:r>
            <a:r>
              <a:rPr lang="zh-CN" altLang="en-US" dirty="0"/>
              <a:t> </a:t>
            </a:r>
            <a:r>
              <a:rPr lang="en-US" altLang="zh-CN" dirty="0"/>
              <a:t>do</a:t>
            </a:r>
            <a:r>
              <a:rPr lang="zh-CN" altLang="en-US" dirty="0"/>
              <a:t> </a:t>
            </a:r>
            <a:r>
              <a:rPr lang="en-US" altLang="zh-CN" dirty="0"/>
              <a:t>they</a:t>
            </a:r>
            <a:r>
              <a:rPr lang="zh-CN" altLang="en-US" dirty="0"/>
              <a:t> </a:t>
            </a:r>
            <a:r>
              <a:rPr lang="en-US" altLang="zh-CN" dirty="0"/>
              <a:t>cite?</a:t>
            </a:r>
            <a:r>
              <a:rPr lang="zh-CN" altLang="en-US" dirty="0"/>
              <a:t> </a:t>
            </a:r>
            <a:endParaRPr lang="en-CA" dirty="0"/>
          </a:p>
        </p:txBody>
      </p:sp>
      <p:sp>
        <p:nvSpPr>
          <p:cNvPr id="4" name="Slide Number Placeholder 3">
            <a:extLst>
              <a:ext uri="{FF2B5EF4-FFF2-40B4-BE49-F238E27FC236}">
                <a16:creationId xmlns:a16="http://schemas.microsoft.com/office/drawing/2014/main" id="{483828EB-664C-0C2E-4022-B4860BA14BC7}"/>
              </a:ext>
            </a:extLst>
          </p:cNvPr>
          <p:cNvSpPr>
            <a:spLocks noGrp="1"/>
          </p:cNvSpPr>
          <p:nvPr>
            <p:ph type="sldNum" sz="quarter" idx="12"/>
          </p:nvPr>
        </p:nvSpPr>
        <p:spPr/>
        <p:txBody>
          <a:bodyPr/>
          <a:lstStyle/>
          <a:p>
            <a:r>
              <a:rPr lang="en-US" dirty="0"/>
              <a:t>10</a:t>
            </a:r>
          </a:p>
        </p:txBody>
      </p:sp>
    </p:spTree>
    <p:extLst>
      <p:ext uri="{BB962C8B-B14F-4D97-AF65-F5344CB8AC3E}">
        <p14:creationId xmlns:p14="http://schemas.microsoft.com/office/powerpoint/2010/main" val="271825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7EDC9-E82A-EF2F-C46E-FE4745F90E83}"/>
              </a:ext>
            </a:extLst>
          </p:cNvPr>
          <p:cNvSpPr>
            <a:spLocks noGrp="1"/>
          </p:cNvSpPr>
          <p:nvPr>
            <p:ph type="title"/>
          </p:nvPr>
        </p:nvSpPr>
        <p:spPr/>
        <p:txBody>
          <a:bodyPr/>
          <a:lstStyle/>
          <a:p>
            <a:r>
              <a:rPr lang="en-US" altLang="zh-CN" dirty="0"/>
              <a:t>Unit</a:t>
            </a:r>
            <a:r>
              <a:rPr lang="zh-CN" altLang="en-US" dirty="0"/>
              <a:t> </a:t>
            </a:r>
            <a:r>
              <a:rPr lang="en-US" altLang="zh-CN" dirty="0"/>
              <a:t>quiz</a:t>
            </a:r>
            <a:r>
              <a:rPr lang="zh-CN" altLang="en-US" dirty="0"/>
              <a:t> </a:t>
            </a:r>
            <a:r>
              <a:rPr lang="en-US" altLang="zh-CN" dirty="0"/>
              <a:t>&amp;</a:t>
            </a:r>
            <a:r>
              <a:rPr lang="zh-CN" altLang="en-US" dirty="0"/>
              <a:t> </a:t>
            </a:r>
            <a:r>
              <a:rPr lang="en-US" altLang="zh-CN" dirty="0"/>
              <a:t>Module</a:t>
            </a:r>
            <a:r>
              <a:rPr lang="zh-CN" altLang="en-US" dirty="0"/>
              <a:t> </a:t>
            </a:r>
            <a:r>
              <a:rPr lang="en-US" altLang="zh-CN" dirty="0"/>
              <a:t>Quiz</a:t>
            </a:r>
            <a:endParaRPr lang="en-CA" dirty="0"/>
          </a:p>
        </p:txBody>
      </p:sp>
      <p:sp>
        <p:nvSpPr>
          <p:cNvPr id="3" name="Content Placeholder 2">
            <a:extLst>
              <a:ext uri="{FF2B5EF4-FFF2-40B4-BE49-F238E27FC236}">
                <a16:creationId xmlns:a16="http://schemas.microsoft.com/office/drawing/2014/main" id="{DF41038B-9F7D-EA29-EA71-0FF381EA61D9}"/>
              </a:ext>
            </a:extLst>
          </p:cNvPr>
          <p:cNvSpPr>
            <a:spLocks noGrp="1"/>
          </p:cNvSpPr>
          <p:nvPr>
            <p:ph idx="1"/>
          </p:nvPr>
        </p:nvSpPr>
        <p:spPr/>
        <p:txBody>
          <a:bodyPr/>
          <a:lstStyle/>
          <a:p>
            <a:r>
              <a:rPr lang="en-US" altLang="zh-CN" dirty="0"/>
              <a:t>First,</a:t>
            </a:r>
            <a:r>
              <a:rPr lang="zh-CN" altLang="en-US" dirty="0"/>
              <a:t> </a:t>
            </a:r>
            <a:r>
              <a:rPr lang="en-US" altLang="zh-CN" dirty="0"/>
              <a:t>take</a:t>
            </a:r>
            <a:r>
              <a:rPr lang="zh-CN" altLang="en-US" dirty="0"/>
              <a:t> </a:t>
            </a:r>
            <a:r>
              <a:rPr lang="en-US" altLang="zh-CN" dirty="0"/>
              <a:t>the</a:t>
            </a:r>
            <a:r>
              <a:rPr lang="zh-CN" altLang="en-US" dirty="0"/>
              <a:t> </a:t>
            </a:r>
            <a:r>
              <a:rPr lang="en-US" altLang="zh-CN" dirty="0"/>
              <a:t>Unit</a:t>
            </a:r>
            <a:r>
              <a:rPr lang="zh-CN" altLang="en-US" dirty="0"/>
              <a:t> </a:t>
            </a:r>
            <a:r>
              <a:rPr lang="en-US" altLang="zh-CN" dirty="0"/>
              <a:t>Quiz:</a:t>
            </a:r>
          </a:p>
          <a:p>
            <a:pPr lvl="1"/>
            <a:r>
              <a:rPr lang="en-US" altLang="zh-CN" dirty="0"/>
              <a:t>5</a:t>
            </a:r>
            <a:r>
              <a:rPr lang="zh-CN" altLang="en-US" dirty="0"/>
              <a:t> </a:t>
            </a:r>
            <a:r>
              <a:rPr lang="en-US" altLang="zh-CN" dirty="0"/>
              <a:t>questions,</a:t>
            </a:r>
            <a:r>
              <a:rPr lang="zh-CN" altLang="en-US" dirty="0"/>
              <a:t> </a:t>
            </a:r>
            <a:r>
              <a:rPr lang="en-US" altLang="zh-CN" dirty="0"/>
              <a:t>10</a:t>
            </a:r>
            <a:r>
              <a:rPr lang="zh-CN" altLang="en-US" dirty="0"/>
              <a:t> </a:t>
            </a:r>
            <a:r>
              <a:rPr lang="en-US" altLang="zh-CN" dirty="0"/>
              <a:t>minutes</a:t>
            </a:r>
          </a:p>
          <a:p>
            <a:pPr lvl="1"/>
            <a:r>
              <a:rPr lang="en-US" altLang="zh-CN" dirty="0"/>
              <a:t>Focus</a:t>
            </a:r>
            <a:r>
              <a:rPr lang="zh-CN" altLang="en-US" dirty="0"/>
              <a:t> </a:t>
            </a:r>
            <a:r>
              <a:rPr lang="en-US" altLang="zh-CN" dirty="0"/>
              <a:t>on</a:t>
            </a:r>
            <a:r>
              <a:rPr lang="zh-CN" altLang="en-US" dirty="0"/>
              <a:t> </a:t>
            </a:r>
            <a:r>
              <a:rPr lang="en-US" altLang="zh-CN" dirty="0"/>
              <a:t>this</a:t>
            </a:r>
            <a:r>
              <a:rPr lang="zh-CN" altLang="en-US" dirty="0"/>
              <a:t> </a:t>
            </a:r>
            <a:r>
              <a:rPr lang="en-US" altLang="zh-CN" dirty="0"/>
              <a:t>lecture,</a:t>
            </a:r>
            <a:r>
              <a:rPr lang="zh-CN" altLang="en-US" dirty="0"/>
              <a:t> </a:t>
            </a:r>
            <a:r>
              <a:rPr lang="en-US" altLang="zh-CN" dirty="0"/>
              <a:t>Ludwig</a:t>
            </a:r>
            <a:r>
              <a:rPr lang="zh-CN" altLang="en-US" dirty="0"/>
              <a:t> </a:t>
            </a:r>
            <a:r>
              <a:rPr lang="en-US" altLang="zh-CN" dirty="0"/>
              <a:t>&amp;</a:t>
            </a:r>
            <a:r>
              <a:rPr lang="zh-CN" altLang="en-US" dirty="0"/>
              <a:t> </a:t>
            </a:r>
            <a:r>
              <a:rPr lang="en-US" altLang="zh-CN" dirty="0"/>
              <a:t>Wang</a:t>
            </a:r>
            <a:r>
              <a:rPr lang="zh-CN" altLang="en-US" dirty="0"/>
              <a:t> </a:t>
            </a:r>
            <a:r>
              <a:rPr lang="en-US" altLang="zh-CN" dirty="0"/>
              <a:t>article</a:t>
            </a:r>
            <a:r>
              <a:rPr lang="en-US" altLang="zh-TW" dirty="0"/>
              <a:t>,</a:t>
            </a:r>
            <a:r>
              <a:rPr lang="zh-TW" altLang="en-US" dirty="0"/>
              <a:t> </a:t>
            </a:r>
            <a:r>
              <a:rPr lang="en-US" altLang="zh-TW" dirty="0"/>
              <a:t>‘heritage’-related</a:t>
            </a:r>
            <a:r>
              <a:rPr lang="zh-TW" altLang="en-US" dirty="0"/>
              <a:t> </a:t>
            </a:r>
            <a:r>
              <a:rPr lang="en-US" altLang="zh-TW" dirty="0"/>
              <a:t>concepts.</a:t>
            </a:r>
            <a:endParaRPr lang="en-US" altLang="zh-CN" dirty="0"/>
          </a:p>
          <a:p>
            <a:pPr lvl="1"/>
            <a:r>
              <a:rPr lang="en-US" altLang="zh-CN" dirty="0"/>
              <a:t>Review</a:t>
            </a:r>
            <a:r>
              <a:rPr lang="zh-CN" altLang="en-US" dirty="0"/>
              <a:t> </a:t>
            </a:r>
            <a:r>
              <a:rPr lang="en-US" altLang="zh-CN" dirty="0"/>
              <a:t>both</a:t>
            </a:r>
            <a:r>
              <a:rPr lang="zh-CN" altLang="en-US" dirty="0"/>
              <a:t> </a:t>
            </a:r>
            <a:r>
              <a:rPr lang="en-US" altLang="zh-CN" dirty="0"/>
              <a:t>Beamish</a:t>
            </a:r>
            <a:r>
              <a:rPr lang="zh-CN" altLang="en-US" dirty="0"/>
              <a:t> </a:t>
            </a:r>
            <a:r>
              <a:rPr lang="en-US" altLang="zh-CN" dirty="0"/>
              <a:t>and</a:t>
            </a:r>
            <a:r>
              <a:rPr lang="zh-CN" altLang="en-US" dirty="0"/>
              <a:t> </a:t>
            </a:r>
            <a:r>
              <a:rPr lang="en-US" altLang="zh-CN" dirty="0"/>
              <a:t>Song</a:t>
            </a:r>
            <a:r>
              <a:rPr lang="zh-CN" altLang="en-US" dirty="0"/>
              <a:t> </a:t>
            </a:r>
            <a:r>
              <a:rPr lang="en-US" altLang="zh-CN" dirty="0"/>
              <a:t>theme</a:t>
            </a:r>
            <a:r>
              <a:rPr lang="zh-CN" altLang="en-US" dirty="0"/>
              <a:t> </a:t>
            </a:r>
            <a:r>
              <a:rPr lang="en-US" altLang="zh-CN" dirty="0"/>
              <a:t>park</a:t>
            </a:r>
            <a:r>
              <a:rPr lang="zh-CN" altLang="en-US" dirty="0"/>
              <a:t> </a:t>
            </a:r>
            <a:r>
              <a:rPr lang="en-US" altLang="zh-CN" dirty="0"/>
              <a:t>sections,</a:t>
            </a:r>
            <a:r>
              <a:rPr lang="zh-CN" altLang="en-US" dirty="0"/>
              <a:t> </a:t>
            </a:r>
            <a:r>
              <a:rPr lang="en-US" altLang="zh-CN" dirty="0"/>
              <a:t>but</a:t>
            </a:r>
            <a:r>
              <a:rPr lang="zh-CN" altLang="en-US" dirty="0"/>
              <a:t> </a:t>
            </a:r>
            <a:r>
              <a:rPr lang="en-US" altLang="zh-CN" dirty="0"/>
              <a:t>latter</a:t>
            </a:r>
            <a:r>
              <a:rPr lang="zh-CN" altLang="en-US" dirty="0"/>
              <a:t> </a:t>
            </a:r>
            <a:r>
              <a:rPr lang="en-US" altLang="zh-CN" dirty="0"/>
              <a:t>covered</a:t>
            </a:r>
            <a:r>
              <a:rPr lang="zh-CN" altLang="en-US" dirty="0"/>
              <a:t> </a:t>
            </a:r>
            <a:r>
              <a:rPr lang="en-US" altLang="zh-CN" dirty="0"/>
              <a:t>in</a:t>
            </a:r>
            <a:r>
              <a:rPr lang="zh-CN" altLang="en-US" dirty="0"/>
              <a:t> </a:t>
            </a:r>
            <a:r>
              <a:rPr lang="en-US" altLang="zh-CN" dirty="0"/>
              <a:t>more</a:t>
            </a:r>
            <a:r>
              <a:rPr lang="zh-CN" altLang="en-US" dirty="0"/>
              <a:t> </a:t>
            </a:r>
            <a:r>
              <a:rPr lang="en-US" altLang="zh-CN" dirty="0"/>
              <a:t>detail.</a:t>
            </a:r>
          </a:p>
          <a:p>
            <a:r>
              <a:rPr lang="en-US" altLang="zh-CN" dirty="0"/>
              <a:t>Review</a:t>
            </a:r>
            <a:r>
              <a:rPr lang="zh-CN" altLang="en-US" dirty="0"/>
              <a:t> </a:t>
            </a:r>
            <a:r>
              <a:rPr lang="en-US" altLang="zh-CN" dirty="0"/>
              <a:t>module</a:t>
            </a:r>
            <a:r>
              <a:rPr lang="zh-CN" altLang="en-US" dirty="0"/>
              <a:t> </a:t>
            </a:r>
            <a:r>
              <a:rPr lang="en-US" altLang="zh-CN" dirty="0"/>
              <a:t>materials,</a:t>
            </a:r>
            <a:r>
              <a:rPr lang="zh-CN" altLang="en-US" dirty="0"/>
              <a:t> </a:t>
            </a:r>
            <a:r>
              <a:rPr lang="en-US" altLang="zh-CN" dirty="0"/>
              <a:t>then,</a:t>
            </a:r>
            <a:r>
              <a:rPr lang="zh-CN" altLang="en-US" dirty="0"/>
              <a:t> </a:t>
            </a:r>
            <a:r>
              <a:rPr lang="en-US" altLang="zh-CN" dirty="0"/>
              <a:t>take</a:t>
            </a:r>
            <a:r>
              <a:rPr lang="zh-CN" altLang="en-US" dirty="0"/>
              <a:t> </a:t>
            </a:r>
            <a:r>
              <a:rPr lang="en-US" altLang="zh-CN" dirty="0"/>
              <a:t>Module</a:t>
            </a:r>
            <a:r>
              <a:rPr lang="zh-CN" altLang="en-US" dirty="0"/>
              <a:t> </a:t>
            </a:r>
            <a:r>
              <a:rPr lang="en-US" altLang="zh-CN" dirty="0"/>
              <a:t>Quiz</a:t>
            </a:r>
          </a:p>
          <a:p>
            <a:pPr lvl="1"/>
            <a:r>
              <a:rPr lang="en-US" altLang="zh-CN" dirty="0"/>
              <a:t>15</a:t>
            </a:r>
            <a:r>
              <a:rPr lang="zh-CN" altLang="en-US" dirty="0"/>
              <a:t> </a:t>
            </a:r>
            <a:r>
              <a:rPr lang="en-US" altLang="zh-CN" dirty="0"/>
              <a:t>questions,</a:t>
            </a:r>
            <a:r>
              <a:rPr lang="zh-CN" altLang="en-US" dirty="0"/>
              <a:t> </a:t>
            </a:r>
            <a:r>
              <a:rPr lang="en-US" altLang="zh-CN" dirty="0"/>
              <a:t>30</a:t>
            </a:r>
            <a:r>
              <a:rPr lang="zh-CN" altLang="en-US" dirty="0"/>
              <a:t> </a:t>
            </a:r>
            <a:r>
              <a:rPr lang="en-US" altLang="zh-CN" dirty="0"/>
              <a:t>minutes</a:t>
            </a:r>
          </a:p>
          <a:p>
            <a:pPr lvl="1"/>
            <a:r>
              <a:rPr lang="en-US" altLang="zh-CN" dirty="0"/>
              <a:t>Questions</a:t>
            </a:r>
            <a:r>
              <a:rPr lang="zh-CN" altLang="en-US" dirty="0"/>
              <a:t> </a:t>
            </a:r>
            <a:r>
              <a:rPr lang="en-US" altLang="zh-CN" dirty="0"/>
              <a:t>from</a:t>
            </a:r>
            <a:r>
              <a:rPr lang="zh-CN" altLang="en-US" dirty="0"/>
              <a:t> </a:t>
            </a:r>
            <a:r>
              <a:rPr lang="en-US" altLang="zh-CN" dirty="0"/>
              <a:t>all</a:t>
            </a:r>
            <a:r>
              <a:rPr lang="zh-CN" altLang="en-US" dirty="0"/>
              <a:t> </a:t>
            </a:r>
            <a:r>
              <a:rPr lang="en-US" altLang="zh-CN" dirty="0"/>
              <a:t>3</a:t>
            </a:r>
            <a:r>
              <a:rPr lang="zh-CN" altLang="en-US" dirty="0"/>
              <a:t> </a:t>
            </a:r>
            <a:r>
              <a:rPr lang="en-US" altLang="zh-CN" dirty="0"/>
              <a:t>units</a:t>
            </a:r>
            <a:r>
              <a:rPr lang="zh-CN" altLang="en-US" dirty="0"/>
              <a:t> </a:t>
            </a:r>
            <a:r>
              <a:rPr lang="en-US" altLang="zh-CN" dirty="0"/>
              <a:t>of</a:t>
            </a:r>
            <a:r>
              <a:rPr lang="zh-CN" altLang="en-US" dirty="0"/>
              <a:t> </a:t>
            </a:r>
            <a:r>
              <a:rPr lang="en-US" altLang="zh-CN" dirty="0"/>
              <a:t>Module</a:t>
            </a:r>
          </a:p>
          <a:p>
            <a:pPr lvl="1"/>
            <a:r>
              <a:rPr lang="en-US" altLang="zh-CN" dirty="0"/>
              <a:t>Some</a:t>
            </a:r>
            <a:r>
              <a:rPr lang="zh-CN" altLang="en-US" dirty="0"/>
              <a:t> </a:t>
            </a:r>
            <a:r>
              <a:rPr lang="en-US" altLang="zh-CN" dirty="0"/>
              <a:t>based</a:t>
            </a:r>
            <a:r>
              <a:rPr lang="zh-CN" altLang="en-US" dirty="0"/>
              <a:t> </a:t>
            </a:r>
            <a:r>
              <a:rPr lang="en-US" altLang="zh-CN" dirty="0"/>
              <a:t>on</a:t>
            </a:r>
            <a:r>
              <a:rPr lang="zh-CN" altLang="en-US" dirty="0"/>
              <a:t> </a:t>
            </a:r>
            <a:r>
              <a:rPr lang="en-US" altLang="zh-CN" dirty="0"/>
              <a:t>previous</a:t>
            </a:r>
            <a:r>
              <a:rPr lang="zh-CN" altLang="en-US" dirty="0"/>
              <a:t> </a:t>
            </a:r>
            <a:r>
              <a:rPr lang="en-US" altLang="zh-CN" dirty="0"/>
              <a:t>Unit</a:t>
            </a:r>
            <a:r>
              <a:rPr lang="zh-CN" altLang="en-US" dirty="0"/>
              <a:t> </a:t>
            </a:r>
            <a:r>
              <a:rPr lang="en-US" altLang="zh-CN" dirty="0"/>
              <a:t>Quizzes,</a:t>
            </a:r>
            <a:r>
              <a:rPr lang="zh-CN" altLang="en-US" dirty="0"/>
              <a:t> </a:t>
            </a:r>
            <a:r>
              <a:rPr lang="en-US" altLang="zh-CN" dirty="0"/>
              <a:t>others</a:t>
            </a:r>
            <a:r>
              <a:rPr lang="zh-CN" altLang="en-US" dirty="0"/>
              <a:t> </a:t>
            </a:r>
            <a:r>
              <a:rPr lang="en-US" altLang="zh-CN" dirty="0"/>
              <a:t>are</a:t>
            </a:r>
            <a:r>
              <a:rPr lang="zh-CN" altLang="en-US" dirty="0"/>
              <a:t> </a:t>
            </a:r>
            <a:r>
              <a:rPr lang="en-US" altLang="zh-CN" dirty="0"/>
              <a:t>new</a:t>
            </a:r>
          </a:p>
          <a:p>
            <a:pPr lvl="1"/>
            <a:r>
              <a:rPr lang="en-US" altLang="zh-CN" dirty="0"/>
              <a:t>Will</a:t>
            </a:r>
            <a:r>
              <a:rPr lang="zh-CN" altLang="en-US" dirty="0"/>
              <a:t> </a:t>
            </a:r>
            <a:r>
              <a:rPr lang="en-US" altLang="zh-CN" dirty="0"/>
              <a:t>include</a:t>
            </a:r>
            <a:r>
              <a:rPr lang="zh-CN" altLang="en-US" dirty="0"/>
              <a:t> </a:t>
            </a:r>
            <a:r>
              <a:rPr lang="en-US" altLang="zh-CN" dirty="0"/>
              <a:t>other</a:t>
            </a:r>
            <a:r>
              <a:rPr lang="zh-CN" altLang="en-US" dirty="0"/>
              <a:t> </a:t>
            </a:r>
            <a:r>
              <a:rPr lang="en-US" altLang="zh-CN" dirty="0"/>
              <a:t>question</a:t>
            </a:r>
            <a:r>
              <a:rPr lang="zh-CN" altLang="en-US" dirty="0"/>
              <a:t> </a:t>
            </a:r>
            <a:r>
              <a:rPr lang="en-US" altLang="zh-CN" dirty="0"/>
              <a:t>formats.</a:t>
            </a:r>
            <a:r>
              <a:rPr lang="zh-CN" altLang="en-US" dirty="0"/>
              <a:t> </a:t>
            </a:r>
            <a:r>
              <a:rPr lang="en-US" altLang="zh-CN" dirty="0"/>
              <a:t>(Matching,</a:t>
            </a:r>
            <a:r>
              <a:rPr lang="zh-CN" altLang="en-US" dirty="0"/>
              <a:t> </a:t>
            </a:r>
            <a:r>
              <a:rPr lang="en-US" altLang="zh-CN" dirty="0"/>
              <a:t>ordering,</a:t>
            </a:r>
            <a:r>
              <a:rPr lang="zh-CN" altLang="en-US" dirty="0"/>
              <a:t> </a:t>
            </a:r>
            <a:r>
              <a:rPr lang="en-US" altLang="zh-CN" dirty="0"/>
              <a:t>etc.)</a:t>
            </a:r>
          </a:p>
          <a:p>
            <a:pPr lvl="1"/>
            <a:r>
              <a:rPr lang="en-US" altLang="zh-CN" dirty="0"/>
              <a:t>Read</a:t>
            </a:r>
            <a:r>
              <a:rPr lang="zh-CN" altLang="en-US" dirty="0"/>
              <a:t> </a:t>
            </a:r>
            <a:r>
              <a:rPr lang="en-US" altLang="zh-CN" dirty="0"/>
              <a:t>question</a:t>
            </a:r>
            <a:r>
              <a:rPr lang="zh-CN" altLang="en-US" dirty="0"/>
              <a:t> </a:t>
            </a:r>
            <a:r>
              <a:rPr lang="en-US" altLang="zh-CN" dirty="0"/>
              <a:t>instructions</a:t>
            </a:r>
            <a:r>
              <a:rPr lang="zh-CN" altLang="en-US" dirty="0"/>
              <a:t> </a:t>
            </a:r>
            <a:r>
              <a:rPr lang="en-US" altLang="zh-CN" dirty="0"/>
              <a:t>carefully.</a:t>
            </a:r>
            <a:endParaRPr lang="en-CA" dirty="0"/>
          </a:p>
        </p:txBody>
      </p:sp>
      <p:sp>
        <p:nvSpPr>
          <p:cNvPr id="4" name="Slide Number Placeholder 3">
            <a:extLst>
              <a:ext uri="{FF2B5EF4-FFF2-40B4-BE49-F238E27FC236}">
                <a16:creationId xmlns:a16="http://schemas.microsoft.com/office/drawing/2014/main" id="{F01E6E4E-4F37-0E75-ECED-04BC2F77990C}"/>
              </a:ext>
            </a:extLst>
          </p:cNvPr>
          <p:cNvSpPr>
            <a:spLocks noGrp="1"/>
          </p:cNvSpPr>
          <p:nvPr>
            <p:ph type="sldNum" sz="quarter" idx="12"/>
          </p:nvPr>
        </p:nvSpPr>
        <p:spPr/>
        <p:txBody>
          <a:bodyPr/>
          <a:lstStyle/>
          <a:p>
            <a:r>
              <a:rPr lang="en-US" dirty="0"/>
              <a:t>11</a:t>
            </a:r>
          </a:p>
        </p:txBody>
      </p:sp>
    </p:spTree>
    <p:extLst>
      <p:ext uri="{BB962C8B-B14F-4D97-AF65-F5344CB8AC3E}">
        <p14:creationId xmlns:p14="http://schemas.microsoft.com/office/powerpoint/2010/main" val="18523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CDD76-E167-AEE5-3F42-1108A36727DA}"/>
              </a:ext>
            </a:extLst>
          </p:cNvPr>
          <p:cNvSpPr>
            <a:spLocks noGrp="1"/>
          </p:cNvSpPr>
          <p:nvPr>
            <p:ph type="title"/>
          </p:nvPr>
        </p:nvSpPr>
        <p:spPr/>
        <p:txBody>
          <a:bodyPr/>
          <a:lstStyle/>
          <a:p>
            <a:r>
              <a:rPr lang="en-US" altLang="zh-CN" dirty="0"/>
              <a:t>Additional</a:t>
            </a:r>
            <a:r>
              <a:rPr lang="zh-CN" altLang="en-US" dirty="0"/>
              <a:t> </a:t>
            </a:r>
            <a:r>
              <a:rPr lang="en-US" altLang="zh-CN" dirty="0"/>
              <a:t>reading</a:t>
            </a:r>
            <a:endParaRPr lang="en-CA" dirty="0"/>
          </a:p>
        </p:txBody>
      </p:sp>
      <p:sp>
        <p:nvSpPr>
          <p:cNvPr id="3" name="Content Placeholder 2">
            <a:extLst>
              <a:ext uri="{FF2B5EF4-FFF2-40B4-BE49-F238E27FC236}">
                <a16:creationId xmlns:a16="http://schemas.microsoft.com/office/drawing/2014/main" id="{72AA648B-D578-0E7C-33B4-9E06E77CF0C4}"/>
              </a:ext>
            </a:extLst>
          </p:cNvPr>
          <p:cNvSpPr>
            <a:spLocks noGrp="1"/>
          </p:cNvSpPr>
          <p:nvPr>
            <p:ph idx="1"/>
          </p:nvPr>
        </p:nvSpPr>
        <p:spPr/>
        <p:txBody>
          <a:bodyPr/>
          <a:lstStyle/>
          <a:p>
            <a:pPr marL="0" indent="0">
              <a:buNone/>
            </a:pPr>
            <a:r>
              <a:rPr lang="en-US" dirty="0"/>
              <a:t>Ong, C</a:t>
            </a:r>
            <a:r>
              <a:rPr lang="en-US" altLang="zh-CN" dirty="0"/>
              <a:t>hin-Ee</a:t>
            </a:r>
            <a:r>
              <a:rPr lang="en-US" dirty="0"/>
              <a:t> </a:t>
            </a:r>
            <a:r>
              <a:rPr lang="en-US" altLang="zh-CN" dirty="0"/>
              <a:t>and</a:t>
            </a:r>
            <a:r>
              <a:rPr lang="en-US" dirty="0"/>
              <a:t> G</a:t>
            </a:r>
            <a:r>
              <a:rPr lang="en-US" altLang="zh-CN" dirty="0"/>
              <a:t>e</a:t>
            </a:r>
            <a:r>
              <a:rPr lang="en-US" dirty="0"/>
              <a:t> Jin</a:t>
            </a:r>
            <a:r>
              <a:rPr lang="en-US" altLang="zh-CN" dirty="0"/>
              <a:t>.</a:t>
            </a:r>
            <a:r>
              <a:rPr lang="en-US" dirty="0"/>
              <a:t> </a:t>
            </a:r>
            <a:r>
              <a:rPr lang="en-US" altLang="zh-CN" dirty="0"/>
              <a:t>“</a:t>
            </a:r>
            <a:r>
              <a:rPr lang="en-US" dirty="0"/>
              <a:t>Simulacra and Simulation: Double Simulation at a North</a:t>
            </a:r>
            <a:r>
              <a:rPr lang="zh-CN" altLang="en-US" dirty="0"/>
              <a:t> </a:t>
            </a:r>
            <a:r>
              <a:rPr lang="en-US" dirty="0"/>
              <a:t>Song Dynasty Theme Park</a:t>
            </a:r>
            <a:r>
              <a:rPr lang="en-US" altLang="zh-CN" dirty="0"/>
              <a:t>”</a:t>
            </a:r>
            <a:r>
              <a:rPr lang="en-US" dirty="0"/>
              <a:t> </a:t>
            </a:r>
            <a:r>
              <a:rPr lang="en-US" i="1" dirty="0"/>
              <a:t>Tourism Geographies </a:t>
            </a:r>
            <a:r>
              <a:rPr lang="en-US" dirty="0"/>
              <a:t>19</a:t>
            </a:r>
            <a:r>
              <a:rPr lang="en-US" altLang="zh-CN" dirty="0"/>
              <a:t>.2</a:t>
            </a:r>
            <a:r>
              <a:rPr lang="en-US" dirty="0"/>
              <a:t> (</a:t>
            </a:r>
            <a:r>
              <a:rPr lang="en-US" altLang="zh-CN" dirty="0"/>
              <a:t>2017</a:t>
            </a:r>
            <a:r>
              <a:rPr lang="en-US" dirty="0"/>
              <a:t>): 227-243.</a:t>
            </a:r>
          </a:p>
          <a:p>
            <a:pPr marL="0" indent="0">
              <a:buNone/>
            </a:pPr>
            <a:r>
              <a:rPr lang="en-US" dirty="0"/>
              <a:t>Ludwig</a:t>
            </a:r>
            <a:r>
              <a:rPr lang="en-US" altLang="zh-CN" dirty="0"/>
              <a:t>,</a:t>
            </a:r>
            <a:r>
              <a:rPr lang="zh-CN" altLang="en-US" dirty="0"/>
              <a:t> </a:t>
            </a:r>
            <a:r>
              <a:rPr lang="en-US" altLang="zh-CN" dirty="0"/>
              <a:t>Carol</a:t>
            </a:r>
            <a:r>
              <a:rPr lang="en-US" dirty="0"/>
              <a:t> and Linda Walton</a:t>
            </a:r>
            <a:r>
              <a:rPr lang="en-US" altLang="zh-CN" dirty="0"/>
              <a:t>.</a:t>
            </a:r>
            <a:r>
              <a:rPr lang="zh-CN" altLang="en-US" dirty="0"/>
              <a:t> </a:t>
            </a:r>
            <a:r>
              <a:rPr lang="en-US" altLang="zh-CN" dirty="0"/>
              <a:t>“</a:t>
            </a:r>
            <a:r>
              <a:rPr lang="en-US" dirty="0"/>
              <a:t>Introduction</a:t>
            </a:r>
            <a:r>
              <a:rPr lang="en-US" altLang="zh-CN" dirty="0"/>
              <a:t>:</a:t>
            </a:r>
            <a:r>
              <a:rPr lang="zh-CN" altLang="en-US" dirty="0"/>
              <a:t> </a:t>
            </a:r>
            <a:r>
              <a:rPr lang="en-US" dirty="0"/>
              <a:t>(Un)</a:t>
            </a:r>
            <a:r>
              <a:rPr lang="en-US" dirty="0" err="1"/>
              <a:t>Authorised</a:t>
            </a:r>
            <a:r>
              <a:rPr lang="en-US" dirty="0"/>
              <a:t> Heritage Discourse and Practice in China</a:t>
            </a:r>
            <a:r>
              <a:rPr lang="en-US" altLang="zh-CN" dirty="0"/>
              <a:t>,”</a:t>
            </a:r>
            <a:r>
              <a:rPr lang="zh-CN" altLang="en-US" dirty="0"/>
              <a:t> </a:t>
            </a:r>
            <a:r>
              <a:rPr lang="en-US" altLang="zh-CN" dirty="0"/>
              <a:t>in</a:t>
            </a:r>
            <a:r>
              <a:rPr lang="zh-CN" altLang="en-US" dirty="0"/>
              <a:t> </a:t>
            </a:r>
            <a:r>
              <a:rPr lang="en-US" altLang="zh-CN" i="1" dirty="0"/>
              <a:t>The Heritage Turn in China:</a:t>
            </a:r>
            <a:r>
              <a:rPr lang="zh-CN" altLang="en-US" i="1" dirty="0"/>
              <a:t> </a:t>
            </a:r>
            <a:r>
              <a:rPr lang="en-US" altLang="zh-CN" i="1" dirty="0"/>
              <a:t>The Reinvention, Dissemination and Consumption of Heritage</a:t>
            </a:r>
            <a:r>
              <a:rPr lang="en-US" altLang="zh-CN" dirty="0"/>
              <a:t>,</a:t>
            </a:r>
            <a:r>
              <a:rPr lang="zh-CN" altLang="en-US" dirty="0"/>
              <a:t> </a:t>
            </a:r>
            <a:r>
              <a:rPr lang="en-US" altLang="zh-CN" dirty="0"/>
              <a:t>ed.</a:t>
            </a:r>
            <a:r>
              <a:rPr lang="zh-CN" altLang="en-US" dirty="0"/>
              <a:t> </a:t>
            </a:r>
            <a:r>
              <a:rPr lang="en-US" altLang="zh-CN" dirty="0"/>
              <a:t>Carol</a:t>
            </a:r>
            <a:r>
              <a:rPr lang="zh-CN" altLang="en-US" dirty="0"/>
              <a:t> </a:t>
            </a:r>
            <a:r>
              <a:rPr lang="en-US" altLang="zh-CN" dirty="0"/>
              <a:t>Ludwig,</a:t>
            </a:r>
            <a:r>
              <a:rPr lang="zh-CN" altLang="en-US" dirty="0"/>
              <a:t> </a:t>
            </a:r>
            <a:r>
              <a:rPr lang="en-US" altLang="zh-CN" dirty="0"/>
              <a:t>Linda</a:t>
            </a:r>
            <a:r>
              <a:rPr lang="zh-CN" altLang="en-US" dirty="0"/>
              <a:t> </a:t>
            </a:r>
            <a:r>
              <a:rPr lang="en-US" altLang="zh-CN" dirty="0"/>
              <a:t>Walton,</a:t>
            </a:r>
            <a:r>
              <a:rPr lang="zh-CN" altLang="en-US" dirty="0"/>
              <a:t> </a:t>
            </a:r>
            <a:r>
              <a:rPr lang="en-US" altLang="zh-CN" dirty="0"/>
              <a:t>and</a:t>
            </a:r>
            <a:r>
              <a:rPr lang="zh-CN" altLang="en-US" dirty="0"/>
              <a:t> </a:t>
            </a:r>
            <a:r>
              <a:rPr lang="en-US" altLang="zh-CN" dirty="0"/>
              <a:t>Yi-Wen</a:t>
            </a:r>
            <a:r>
              <a:rPr lang="zh-CN" altLang="en-US" dirty="0"/>
              <a:t> </a:t>
            </a:r>
            <a:r>
              <a:rPr lang="en-US" altLang="zh-CN" dirty="0"/>
              <a:t>Wang.</a:t>
            </a:r>
            <a:r>
              <a:rPr lang="zh-CN" altLang="en-US" dirty="0"/>
              <a:t> </a:t>
            </a:r>
            <a:r>
              <a:rPr lang="en-US" altLang="zh-CN" dirty="0"/>
              <a:t>Amsterdam</a:t>
            </a:r>
            <a:r>
              <a:rPr lang="zh-CN" altLang="en-US" dirty="0"/>
              <a:t> </a:t>
            </a:r>
            <a:r>
              <a:rPr lang="en-US" altLang="zh-CN" dirty="0"/>
              <a:t>University</a:t>
            </a:r>
            <a:r>
              <a:rPr lang="zh-CN" altLang="en-US" dirty="0"/>
              <a:t> </a:t>
            </a:r>
            <a:r>
              <a:rPr lang="en-US" altLang="zh-CN" dirty="0"/>
              <a:t>Press,</a:t>
            </a:r>
            <a:r>
              <a:rPr lang="zh-CN" altLang="en-US" dirty="0"/>
              <a:t> </a:t>
            </a:r>
            <a:r>
              <a:rPr lang="en-US" altLang="zh-CN" dirty="0"/>
              <a:t>2020.</a:t>
            </a:r>
          </a:p>
          <a:p>
            <a:pPr marL="0" indent="0">
              <a:buNone/>
            </a:pPr>
            <a:r>
              <a:rPr lang="en-US" dirty="0"/>
              <a:t>Zhu, Y</a:t>
            </a:r>
            <a:r>
              <a:rPr lang="en-US" altLang="zh-CN" dirty="0"/>
              <a:t>ujie</a:t>
            </a:r>
            <a:r>
              <a:rPr lang="en-US" dirty="0"/>
              <a:t>. </a:t>
            </a:r>
            <a:r>
              <a:rPr lang="en-US" altLang="zh-CN" dirty="0"/>
              <a:t>“</a:t>
            </a:r>
            <a:r>
              <a:rPr lang="en-US" dirty="0"/>
              <a:t>Cultural Effects of Authenticity: Contested Heritage Practices in</a:t>
            </a:r>
            <a:r>
              <a:rPr lang="zh-CN" altLang="en-US" dirty="0"/>
              <a:t> </a:t>
            </a:r>
            <a:r>
              <a:rPr lang="en-US" dirty="0"/>
              <a:t>China</a:t>
            </a:r>
            <a:r>
              <a:rPr lang="en-US" altLang="zh-CN" dirty="0"/>
              <a:t>”</a:t>
            </a:r>
            <a:r>
              <a:rPr lang="en-US" dirty="0"/>
              <a:t>, </a:t>
            </a:r>
            <a:r>
              <a:rPr lang="en-US" i="1" dirty="0"/>
              <a:t>International Journal of Heritage Studies </a:t>
            </a:r>
            <a:r>
              <a:rPr lang="en-US" dirty="0"/>
              <a:t>21</a:t>
            </a:r>
            <a:r>
              <a:rPr lang="en-US" altLang="zh-CN" dirty="0"/>
              <a:t>.</a:t>
            </a:r>
            <a:r>
              <a:rPr lang="en-US" dirty="0"/>
              <a:t>6</a:t>
            </a:r>
            <a:r>
              <a:rPr lang="zh-CN" altLang="en-US" dirty="0"/>
              <a:t> </a:t>
            </a:r>
            <a:r>
              <a:rPr lang="en-US" altLang="zh-CN" dirty="0"/>
              <a:t>(2015)</a:t>
            </a:r>
            <a:r>
              <a:rPr lang="en-US" dirty="0"/>
              <a:t>: 594-608. </a:t>
            </a:r>
          </a:p>
          <a:p>
            <a:pPr marL="0" indent="0">
              <a:buNone/>
            </a:pPr>
            <a:endParaRPr lang="en-US" altLang="zh-CN" i="1" dirty="0"/>
          </a:p>
          <a:p>
            <a:pPr marL="0" indent="0">
              <a:buNone/>
            </a:pPr>
            <a:endParaRPr lang="en-US" dirty="0"/>
          </a:p>
          <a:p>
            <a:endParaRPr lang="en-CA" dirty="0"/>
          </a:p>
        </p:txBody>
      </p:sp>
      <p:sp>
        <p:nvSpPr>
          <p:cNvPr id="4" name="Slide Number Placeholder 3">
            <a:extLst>
              <a:ext uri="{FF2B5EF4-FFF2-40B4-BE49-F238E27FC236}">
                <a16:creationId xmlns:a16="http://schemas.microsoft.com/office/drawing/2014/main" id="{56B67C8A-2A11-D4A1-5B5F-24BFB98FFF3A}"/>
              </a:ext>
            </a:extLst>
          </p:cNvPr>
          <p:cNvSpPr>
            <a:spLocks noGrp="1"/>
          </p:cNvSpPr>
          <p:nvPr>
            <p:ph type="sldNum" sz="quarter" idx="12"/>
          </p:nvPr>
        </p:nvSpPr>
        <p:spPr/>
        <p:txBody>
          <a:bodyPr/>
          <a:lstStyle/>
          <a:p>
            <a:r>
              <a:rPr lang="en-US" altLang="zh-CN" dirty="0"/>
              <a:t>FYI</a:t>
            </a:r>
            <a:endParaRPr lang="en-US" dirty="0"/>
          </a:p>
        </p:txBody>
      </p:sp>
    </p:spTree>
    <p:extLst>
      <p:ext uri="{BB962C8B-B14F-4D97-AF65-F5344CB8AC3E}">
        <p14:creationId xmlns:p14="http://schemas.microsoft.com/office/powerpoint/2010/main" val="12703138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Slide Template EASIA 237" id="{72FCC593-2FB4-4249-BF7F-B1199F732D04}" vid="{1F0C49AC-D6B5-1C45-8B27-974BA720B9D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1800</TotalTime>
  <Words>1504</Words>
  <Application>Microsoft Macintosh PowerPoint</Application>
  <PresentationFormat>Widescreen</PresentationFormat>
  <Paragraphs>133</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Wingdings 3</vt:lpstr>
      <vt:lpstr>Candara</vt:lpstr>
      <vt:lpstr>Aptos</vt:lpstr>
      <vt:lpstr>Arial</vt:lpstr>
      <vt:lpstr>Wisp</vt:lpstr>
      <vt:lpstr>Contemporary impact:  Theme parks, video games, murals and more </vt:lpstr>
      <vt:lpstr>Today’s lecture</vt:lpstr>
      <vt:lpstr>Unit resources</vt:lpstr>
      <vt:lpstr>Qingming scroll &amp; its legacy</vt:lpstr>
      <vt:lpstr>Qingming scroll &amp; its legacy</vt:lpstr>
      <vt:lpstr>Heritage</vt:lpstr>
      <vt:lpstr>PowerPoint Presentation</vt:lpstr>
      <vt:lpstr>Ludwig &amp; Wang chapter overview</vt:lpstr>
      <vt:lpstr>Key points: Beamish Living Museum</vt:lpstr>
      <vt:lpstr>Key points: Song Dynasty Theme Parks</vt:lpstr>
      <vt:lpstr>Other things to note</vt:lpstr>
      <vt:lpstr>Comparison</vt:lpstr>
      <vt:lpstr>Activity: Comparing case studies</vt:lpstr>
      <vt:lpstr>Unit quiz &amp; Module Quiz</vt:lpstr>
      <vt:lpstr>Additional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Evan Nicoll-Johnson</dc:creator>
  <cp:lastModifiedBy>Evan Nicoll-Johnson</cp:lastModifiedBy>
  <cp:revision>25</cp:revision>
  <dcterms:created xsi:type="dcterms:W3CDTF">2025-07-17T18:18:01Z</dcterms:created>
  <dcterms:modified xsi:type="dcterms:W3CDTF">2025-07-21T21:39:57Z</dcterms:modified>
</cp:coreProperties>
</file>